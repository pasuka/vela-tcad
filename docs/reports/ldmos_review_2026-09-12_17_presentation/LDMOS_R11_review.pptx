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2410b6dba4bc0" /><Relationship Type="http://schemas.openxmlformats.org/officeDocument/2006/relationships/extended-properties" Target="/docProps/app.xml" Id="Rc1dc62ef86734222" /><Relationship Type="http://schemas.openxmlformats.org/officeDocument/2006/relationships/officeDocument" Target="/ppt/presentation.xml" Id="Refbea09ae66f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9810641fc4d9b"/>
  </p:sldMasterIdLst>
  <p:notesMasterIdLst>
    <p:notesMasterId xmlns:r="http://schemas.openxmlformats.org/officeDocument/2006/relationships" r:id="R93edc20ff0cc4586"/>
  </p:notesMasterIdLst>
  <p:sldIdLst>
    <p:sldId xmlns:r="http://schemas.openxmlformats.org/officeDocument/2006/relationships" id="256" r:id="Rc7e53cefc2ec4859"/>
    <p:sldId xmlns:r="http://schemas.openxmlformats.org/officeDocument/2006/relationships" id="257" r:id="R741d9af5d5a2445b"/>
    <p:sldId xmlns:r="http://schemas.openxmlformats.org/officeDocument/2006/relationships" id="258" r:id="R48251ed1f6204221"/>
    <p:sldId xmlns:r="http://schemas.openxmlformats.org/officeDocument/2006/relationships" id="259" r:id="Rae181955d34c4340"/>
    <p:sldId xmlns:r="http://schemas.openxmlformats.org/officeDocument/2006/relationships" id="260" r:id="Rb4a9b8964b134f1f"/>
    <p:sldId xmlns:r="http://schemas.openxmlformats.org/officeDocument/2006/relationships" id="261" r:id="Rb53d826bcfa94b4f"/>
    <p:sldId xmlns:r="http://schemas.openxmlformats.org/officeDocument/2006/relationships" id="262" r:id="R1088ecf40d79477d"/>
    <p:sldId xmlns:r="http://schemas.openxmlformats.org/officeDocument/2006/relationships" id="263" r:id="R6867e3b056e84ee8"/>
    <p:sldId xmlns:r="http://schemas.openxmlformats.org/officeDocument/2006/relationships" id="264" r:id="Ree23973429374beb"/>
    <p:sldId xmlns:r="http://schemas.openxmlformats.org/officeDocument/2006/relationships" id="265" r:id="R5555ea11bffd41e2"/>
    <p:sldId xmlns:r="http://schemas.openxmlformats.org/officeDocument/2006/relationships" id="266" r:id="Ra5e2eb2c03954bd1"/>
    <p:sldId xmlns:r="http://schemas.openxmlformats.org/officeDocument/2006/relationships" id="267" r:id="R8f43e38c5d42476f"/>
    <p:sldId xmlns:r="http://schemas.openxmlformats.org/officeDocument/2006/relationships" id="268" r:id="Rf633e45ae40f405d"/>
    <p:sldId xmlns:r="http://schemas.openxmlformats.org/officeDocument/2006/relationships" id="269" r:id="R8ac5b47b16c74046"/>
    <p:sldId xmlns:r="http://schemas.openxmlformats.org/officeDocument/2006/relationships" id="270" r:id="Rda628a53db9b49e8"/>
    <p:sldId xmlns:r="http://schemas.openxmlformats.org/officeDocument/2006/relationships" id="271" r:id="R89fb79cc5cca480b"/>
    <p:sldId xmlns:r="http://schemas.openxmlformats.org/officeDocument/2006/relationships" id="272" r:id="R3a94951d9af54f97"/>
    <p:sldId xmlns:r="http://schemas.openxmlformats.org/officeDocument/2006/relationships" id="273" r:id="R04f0d3739d9d4d3d"/>
    <p:sldId xmlns:r="http://schemas.openxmlformats.org/officeDocument/2006/relationships" id="274" r:id="R908502342a734f35"/>
    <p:sldId xmlns:r="http://schemas.openxmlformats.org/officeDocument/2006/relationships" id="275" r:id="Ra7d51dc9becc49ae"/>
    <p:sldId xmlns:r="http://schemas.openxmlformats.org/officeDocument/2006/relationships" id="276" r:id="Rec8e783e69124cb1"/>
    <p:sldId xmlns:r="http://schemas.openxmlformats.org/officeDocument/2006/relationships" id="277" r:id="R2867446e84d5477c"/>
    <p:sldId xmlns:r="http://schemas.openxmlformats.org/officeDocument/2006/relationships" id="278" r:id="R76c5adf622694d62"/>
    <p:sldId xmlns:r="http://schemas.openxmlformats.org/officeDocument/2006/relationships" id="279" r:id="R53cba3f5b61642a7"/>
    <p:sldId xmlns:r="http://schemas.openxmlformats.org/officeDocument/2006/relationships" id="280" r:id="R6d7489890b6546ef"/>
    <p:sldId xmlns:r="http://schemas.openxmlformats.org/officeDocument/2006/relationships" id="281" r:id="Rac3e82f7f58746e1"/>
    <p:sldId xmlns:r="http://schemas.openxmlformats.org/officeDocument/2006/relationships" id="282" r:id="Rfd11dfa52d3a49da"/>
    <p:sldId xmlns:r="http://schemas.openxmlformats.org/officeDocument/2006/relationships" id="283" r:id="R4988f1f55a4041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f7bda28ce54460" /><Relationship Type="http://schemas.openxmlformats.org/officeDocument/2006/relationships/slideMaster" Target="/ppt/slideMasters/slideMaster1.xml" Id="Rb159810641fc4d9b" /><Relationship Type="http://schemas.openxmlformats.org/officeDocument/2006/relationships/notesMaster" Target="/ppt/notesMasters/notesMaster1.xml" Id="R93edc20ff0cc4586" /><Relationship Type="http://schemas.openxmlformats.org/officeDocument/2006/relationships/presProps" Target="/ppt/presProps.xml" Id="R3569e5de951044a7" /><Relationship Type="http://schemas.openxmlformats.org/officeDocument/2006/relationships/viewProps" Target="/ppt/viewProps.xml" Id="R48c0277d3b394261" /><Relationship Type="http://schemas.openxmlformats.org/officeDocument/2006/relationships/tableStyles" Target="/ppt/tableStyles.xml" Id="R864f658c99ac443c" /><Relationship Type="http://schemas.openxmlformats.org/officeDocument/2006/relationships/slide" Target="/ppt/slides/slide1.xml" Id="Rc7e53cefc2ec4859" /><Relationship Type="http://schemas.openxmlformats.org/officeDocument/2006/relationships/slide" Target="/ppt/slides/slide2.xml" Id="R741d9af5d5a2445b" /><Relationship Type="http://schemas.openxmlformats.org/officeDocument/2006/relationships/slide" Target="/ppt/slides/slide3.xml" Id="R48251ed1f6204221" /><Relationship Type="http://schemas.openxmlformats.org/officeDocument/2006/relationships/slide" Target="/ppt/slides/slide4.xml" Id="Rae181955d34c4340" /><Relationship Type="http://schemas.openxmlformats.org/officeDocument/2006/relationships/slide" Target="/ppt/slides/slide5.xml" Id="Rb4a9b8964b134f1f" /><Relationship Type="http://schemas.openxmlformats.org/officeDocument/2006/relationships/slide" Target="/ppt/slides/slide6.xml" Id="Rb53d826bcfa94b4f" /><Relationship Type="http://schemas.openxmlformats.org/officeDocument/2006/relationships/slide" Target="/ppt/slides/slide7.xml" Id="R1088ecf40d79477d" /><Relationship Type="http://schemas.openxmlformats.org/officeDocument/2006/relationships/slide" Target="/ppt/slides/slide8.xml" Id="R6867e3b056e84ee8" /><Relationship Type="http://schemas.openxmlformats.org/officeDocument/2006/relationships/slide" Target="/ppt/slides/slide9.xml" Id="Ree23973429374beb" /><Relationship Type="http://schemas.openxmlformats.org/officeDocument/2006/relationships/slide" Target="/ppt/slides/slide10.xml" Id="R5555ea11bffd41e2" /><Relationship Type="http://schemas.openxmlformats.org/officeDocument/2006/relationships/slide" Target="/ppt/slides/slide11.xml" Id="Ra5e2eb2c03954bd1" /><Relationship Type="http://schemas.openxmlformats.org/officeDocument/2006/relationships/slide" Target="/ppt/slides/slide12.xml" Id="R8f43e38c5d42476f" /><Relationship Type="http://schemas.openxmlformats.org/officeDocument/2006/relationships/slide" Target="/ppt/slides/slide13.xml" Id="Rf633e45ae40f405d" /><Relationship Type="http://schemas.openxmlformats.org/officeDocument/2006/relationships/slide" Target="/ppt/slides/slide14.xml" Id="R8ac5b47b16c74046" /><Relationship Type="http://schemas.openxmlformats.org/officeDocument/2006/relationships/slide" Target="/ppt/slides/slide15.xml" Id="Rda628a53db9b49e8" /><Relationship Type="http://schemas.openxmlformats.org/officeDocument/2006/relationships/slide" Target="/ppt/slides/slide16.xml" Id="R89fb79cc5cca480b" /><Relationship Type="http://schemas.openxmlformats.org/officeDocument/2006/relationships/slide" Target="/ppt/slides/slide17.xml" Id="R3a94951d9af54f97" /><Relationship Type="http://schemas.openxmlformats.org/officeDocument/2006/relationships/slide" Target="/ppt/slides/slide18.xml" Id="R04f0d3739d9d4d3d" /><Relationship Type="http://schemas.openxmlformats.org/officeDocument/2006/relationships/slide" Target="/ppt/slides/slide19.xml" Id="R908502342a734f35" /><Relationship Type="http://schemas.openxmlformats.org/officeDocument/2006/relationships/slide" Target="/ppt/slides/slide20.xml" Id="Ra7d51dc9becc49ae" /><Relationship Type="http://schemas.openxmlformats.org/officeDocument/2006/relationships/slide" Target="/ppt/slides/slide21.xml" Id="Rec8e783e69124cb1" /><Relationship Type="http://schemas.openxmlformats.org/officeDocument/2006/relationships/slide" Target="/ppt/slides/slide22.xml" Id="R2867446e84d5477c" /><Relationship Type="http://schemas.openxmlformats.org/officeDocument/2006/relationships/slide" Target="/ppt/slides/slide23.xml" Id="R76c5adf622694d62" /><Relationship Type="http://schemas.openxmlformats.org/officeDocument/2006/relationships/slide" Target="/ppt/slides/slide24.xml" Id="R53cba3f5b61642a7" /><Relationship Type="http://schemas.openxmlformats.org/officeDocument/2006/relationships/slide" Target="/ppt/slides/slide25.xml" Id="R6d7489890b6546ef" /><Relationship Type="http://schemas.openxmlformats.org/officeDocument/2006/relationships/slide" Target="/ppt/slides/slide26.xml" Id="Rac3e82f7f58746e1" /><Relationship Type="http://schemas.openxmlformats.org/officeDocument/2006/relationships/slide" Target="/ppt/slides/slide27.xml" Id="Rfd11dfa52d3a49da" /><Relationship Type="http://schemas.openxmlformats.org/officeDocument/2006/relationships/slide" Target="/ppt/slides/slide28.xml" Id="R4988f1f55a40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f852de22a44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d822f91074e1c" /><Relationship Type="http://schemas.openxmlformats.org/officeDocument/2006/relationships/notesMaster" Target="/ppt/notesMasters/notesMaster1.xml" Id="Rc40567f7ba914b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4521dce85449ee" /><Relationship Type="http://schemas.openxmlformats.org/officeDocument/2006/relationships/notesMaster" Target="/ppt/notesMasters/notesMaster1.xml" Id="R44622eeb31a2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2b6674da494313" /><Relationship Type="http://schemas.openxmlformats.org/officeDocument/2006/relationships/notesMaster" Target="/ppt/notesMasters/notesMaster1.xml" Id="R4e1fe07f8f3e46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98cf53fff540da" /><Relationship Type="http://schemas.openxmlformats.org/officeDocument/2006/relationships/notesMaster" Target="/ppt/notesMasters/notesMaster1.xml" Id="R17168fdd966a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3b52270137419a" /><Relationship Type="http://schemas.openxmlformats.org/officeDocument/2006/relationships/notesMaster" Target="/ppt/notesMasters/notesMaster1.xml" Id="R5ad6cfaadaf448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00ab626eaf4407" /><Relationship Type="http://schemas.openxmlformats.org/officeDocument/2006/relationships/notesMaster" Target="/ppt/notesMasters/notesMaster1.xml" Id="R8d46186876654f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c063eed3d44d4" /><Relationship Type="http://schemas.openxmlformats.org/officeDocument/2006/relationships/notesMaster" Target="/ppt/notesMasters/notesMaster1.xml" Id="Rbd8d2baa20cb4d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963845d6db41e4" /><Relationship Type="http://schemas.openxmlformats.org/officeDocument/2006/relationships/notesMaster" Target="/ppt/notesMasters/notesMaster1.xml" Id="R490a654fc9fc45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0f18a258cd4c77" /><Relationship Type="http://schemas.openxmlformats.org/officeDocument/2006/relationships/notesMaster" Target="/ppt/notesMasters/notesMaster1.xml" Id="R9a9eb6748ea44d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db9e2e28f14197" /><Relationship Type="http://schemas.openxmlformats.org/officeDocument/2006/relationships/notesMaster" Target="/ppt/notesMasters/notesMaster1.xml" Id="R6ce76d80ead747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c82b55bb847f9" /><Relationship Type="http://schemas.openxmlformats.org/officeDocument/2006/relationships/notesMaster" Target="/ppt/notesMasters/notesMaster1.xml" Id="Rc6a1089bc91045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0f34f62e184f15" /><Relationship Type="http://schemas.openxmlformats.org/officeDocument/2006/relationships/notesMaster" Target="/ppt/notesMasters/notesMaster1.xml" Id="Rdae9b48a193145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09dd5036ff4344" /><Relationship Type="http://schemas.openxmlformats.org/officeDocument/2006/relationships/notesMaster" Target="/ppt/notesMasters/notesMaster1.xml" Id="R79af7d08902142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8142cba0554653" /><Relationship Type="http://schemas.openxmlformats.org/officeDocument/2006/relationships/notesMaster" Target="/ppt/notesMasters/notesMaster1.xml" Id="Rf1b26a6741174b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f0c2ac33ad4005" /><Relationship Type="http://schemas.openxmlformats.org/officeDocument/2006/relationships/notesMaster" Target="/ppt/notesMasters/notesMaster1.xml" Id="R83ac0e4795ac4d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d398122d56494a" /><Relationship Type="http://schemas.openxmlformats.org/officeDocument/2006/relationships/notesMaster" Target="/ppt/notesMasters/notesMaster1.xml" Id="R2c71c7812dbf44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d62bb565e3453a" /><Relationship Type="http://schemas.openxmlformats.org/officeDocument/2006/relationships/notesMaster" Target="/ppt/notesMasters/notesMaster1.xml" Id="R1647d99e4c384c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5969063a3344d1" /><Relationship Type="http://schemas.openxmlformats.org/officeDocument/2006/relationships/notesMaster" Target="/ppt/notesMasters/notesMaster1.xml" Id="R8d3828bdd9ad43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c159cbacc34f33" /><Relationship Type="http://schemas.openxmlformats.org/officeDocument/2006/relationships/notesMaster" Target="/ppt/notesMasters/notesMaster1.xml" Id="R7753e1b10ac242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807e14ebd441de" /><Relationship Type="http://schemas.openxmlformats.org/officeDocument/2006/relationships/notesMaster" Target="/ppt/notesMasters/notesMaster1.xml" Id="R46abb164e6864b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46e18ef99146db" /><Relationship Type="http://schemas.openxmlformats.org/officeDocument/2006/relationships/notesMaster" Target="/ppt/notesMasters/notesMaster1.xml" Id="Rcfb8d4f212cf4e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89ee772d954746" /><Relationship Type="http://schemas.openxmlformats.org/officeDocument/2006/relationships/notesMaster" Target="/ppt/notesMasters/notesMaster1.xml" Id="Rc37174bb802644b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c67af940da4598" /><Relationship Type="http://schemas.openxmlformats.org/officeDocument/2006/relationships/notesMaster" Target="/ppt/notesMasters/notesMaster1.xml" Id="Rfc17e497de7443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4747e49d254533" /><Relationship Type="http://schemas.openxmlformats.org/officeDocument/2006/relationships/notesMaster" Target="/ppt/notesMasters/notesMaster1.xml" Id="R8dc174841cf643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a1b3f365eb4cd3" /><Relationship Type="http://schemas.openxmlformats.org/officeDocument/2006/relationships/notesMaster" Target="/ppt/notesMasters/notesMaster1.xml" Id="Raa2fee04be0245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784ebc6277b4be7" /><Relationship Type="http://schemas.openxmlformats.org/officeDocument/2006/relationships/notesMaster" Target="/ppt/notesMasters/notesMaster1.xml" Id="R6fc5c355c3c840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82afe57b6cc4916" /><Relationship Type="http://schemas.openxmlformats.org/officeDocument/2006/relationships/notesMaster" Target="/ppt/notesMasters/notesMaster1.xml" Id="Rd426f0bd873d44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139298ec4e4ee5" /><Relationship Type="http://schemas.openxmlformats.org/officeDocument/2006/relationships/notesMaster" Target="/ppt/notesMasters/notesMaster1.xml" Id="R766b4dd9640f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report.md 第1节。封面不恢复用户已删除的周期和会议用途。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report.md 第1、6、7节，S1/S2/S3。62与155属于不同物理配置，不加成同模型独立偏压覆盖。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2.1及figures/01_mesh.png。x/y是原文件坐标，不能等同栅长或沟道长度。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2.1。原评分A/μm与图示A/m相差10^6。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2.2、3，S4/S5/S6。D3/D2/D1的原脚本声明与实际激活范围已审计，不计作新增曲线。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4.1。原生步长为归一化.00025/1e-6/.05，此表换算到40V终点。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5，S4–S8/S12。遵循用户修改，工作进展表不保留日期/阶段列。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5、7，S9/S10/S11/S14/S15。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data/d0_curves.csv。原生实线、Vela圆点。原始冻结证据见S1。零压单独验收，不计算相对误差。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data/d0_curves.csv，report.md 6.2/S1。峰值差与最大同节点温度差是不同指标。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figures/06_temperature_fields.png，report.md 6.2。使用原生和Vela匹配节点及几何。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data/local_field_metrics.csv。对四个分组指标取逐偏压最大。密度仅参考密度&gt;峰值1e-12且硅体积正的节点。旧1%合同有4个Vg8界面超限点。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data/isothermal_idvd.csv，report.md 6.4/S2。D5独立原生参考，R11源码WindowsReleaseSparseLU，零漏压重新闭合后完整推进。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data/isothermal_idvd.csv，report.md 6.4/S2。D4独立原生参考，R11源码WindowsReleaseSparseLU，零漏压重新闭合后完整推进。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data/g3_idvg.csv，S2。G3从既有栅压预偏置种子开始，不认领本轮冷启动。对数图实际可编辑数据为log10电流。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6/S1/S6。电流此处展示最大值，完整验收还含中位/P95、微分电阻、电流比与KCL。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data/paired_performance.csv，S1。LinuxGCC11.2.1ReleaseUMFPACK，同VM串行含初始化预偏置失败输出，不含审计。两轮不足以构成统计置信区间。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7.2。原生215/200为正因子更新，含零漏压各1次。R10/R11前后加速不能跨实验直接相乘。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8/9/S13。历史矩阵UMFPACK收益不等同本周完整等温曲线收益。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3.1。边方向由电流/带边差合同统一，Ec/Ev以能量定义，源码eV差数值等价对应V。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3.2。归一化Fermi积分，N=ND+NA，零掺杂单独处理。Eref=.009eV,Nref=1e17cm^-3。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3.3/S5/S8。共享等温路径同步生成开关后已复核G3/D5/D4。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3.4/S9。温度显式偏导固定mu0与E，装配须加完整链式项。此处小撇号表示T偏导。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3.5/S4/S5。接触损失向外，端子注入符号相反。Li为接触半边长度。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4.3。概念流程，可编辑节点及连接线。图中循环由下方文字注明，避免交叉线遮挡。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4.3。最小步长仍失败时停止并保存证据；最后对曲线、局部场、热平衡及配对计时联合审计。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3.2、4.4。详细Auger/SRH和Fermi参数及出处保留在Markdown。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report.md 7.1，data/paired_performance.csv。主证据S1/S2/S3。中断的原生运行保留，正式配对从冷启动重跑。</a:t>
            </a:r>
          </a:p>
          <a:p xmlns:a="http://schemas.openxmlformats.org/drawingml/2006/main">
            <a:r>
              <a:t>可编辑图表数值按 Excel 兼容精度保留 12 位有效数字；验收统计来自完整精度原始证据。</a:t>
            </a:r>
          </a:p>
          <a:p xmlns:a="http://schemas.openxmlformats.org/drawingml/2006/main">
            <a:r>
              <a:t>资料目录：docs/reports/ldmos_review_2026-09-12_17/。详细证据与来源见report.md。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871737f9f4d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52efbe83045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558f12cf1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de590c69247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79f7d746e48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5ed756a1418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3bdefe9a942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3bda7a97c43f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63ffdc87654286" /><Relationship Type="http://schemas.openxmlformats.org/officeDocument/2006/relationships/slideLayout" Target="/ppt/slideLayouts/slideLayout1.xml" Id="R131056b2ca5840c3" /><Relationship Type="http://schemas.openxmlformats.org/officeDocument/2006/relationships/slideLayout" Target="/ppt/slideLayouts/slideLayout2.xml" Id="Rb2edaae167034f76" /><Relationship Type="http://schemas.openxmlformats.org/officeDocument/2006/relationships/slideLayout" Target="/ppt/slideLayouts/slideLayout3.xml" Id="R3fd09ab09bdc46c8" /><Relationship Type="http://schemas.openxmlformats.org/officeDocument/2006/relationships/slideLayout" Target="/ppt/slideLayouts/slideLayout4.xml" Id="R9c2d4dc8d38a4391" /><Relationship Type="http://schemas.openxmlformats.org/officeDocument/2006/relationships/slideLayout" Target="/ppt/slideLayouts/slideLayout5.xml" Id="Rdada74435f1546c0" /><Relationship Type="http://schemas.openxmlformats.org/officeDocument/2006/relationships/slideLayout" Target="/ppt/slideLayouts/slideLayout6.xml" Id="Rf70f5486836c455c" /><Relationship Type="http://schemas.openxmlformats.org/officeDocument/2006/relationships/slideLayout" Target="/ppt/slideLayouts/slideLayout7.xml" Id="R8242a9480f5f4d04" /><Relationship Type="http://schemas.openxmlformats.org/officeDocument/2006/relationships/slideLayout" Target="/ppt/slideLayouts/slideLayout8.xml" Id="R89939c9675004f2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056b2ca5840c3"/>
    <p:sldLayoutId xmlns:r="http://schemas.openxmlformats.org/officeDocument/2006/relationships" id="2147483650" r:id="Rb2edaae167034f76"/>
    <p:sldLayoutId xmlns:r="http://schemas.openxmlformats.org/officeDocument/2006/relationships" id="2147483651" r:id="R3fd09ab09bdc46c8"/>
    <p:sldLayoutId xmlns:r="http://schemas.openxmlformats.org/officeDocument/2006/relationships" id="2147483652" r:id="R9c2d4dc8d38a4391"/>
    <p:sldLayoutId xmlns:r="http://schemas.openxmlformats.org/officeDocument/2006/relationships" id="2147483653" r:id="Rdada74435f1546c0"/>
    <p:sldLayoutId xmlns:r="http://schemas.openxmlformats.org/officeDocument/2006/relationships" id="2147483654" r:id="Rf70f5486836c455c"/>
    <p:sldLayoutId xmlns:r="http://schemas.openxmlformats.org/officeDocument/2006/relationships" id="2147483655" r:id="R8242a9480f5f4d04"/>
    <p:sldLayoutId xmlns:r="http://schemas.openxmlformats.org/officeDocument/2006/relationships" id="2147483656" r:id="R89939c9675004f2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3337994874af1" /><Relationship Type="http://schemas.openxmlformats.org/officeDocument/2006/relationships/notesSlide" Target="/ppt/notesSlides/notesSlide1.xml" Id="R53fc14906c2a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e035344d664d19" /><Relationship Type="http://schemas.openxmlformats.org/officeDocument/2006/relationships/notesSlide" Target="/ppt/notesSlides/notesSlide2.xml" Id="Rea128bc002bd4d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37c0b9e8444e0b" /><Relationship Type="http://schemas.openxmlformats.org/officeDocument/2006/relationships/image" Target="/ppt/media/image.png" Id="R86908b159a9b45a2" /><Relationship Type="http://schemas.openxmlformats.org/officeDocument/2006/relationships/notesSlide" Target="/ppt/notesSlides/notesSlide3.xml" Id="R19ca5af7bce44e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bb8420ade476a" /><Relationship Type="http://schemas.openxmlformats.org/officeDocument/2006/relationships/notesSlide" Target="/ppt/notesSlides/notesSlide4.xml" Id="Re6ae70f59e8e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df762479e4290" /><Relationship Type="http://schemas.openxmlformats.org/officeDocument/2006/relationships/notesSlide" Target="/ppt/notesSlides/notesSlide5.xml" Id="R2714241e21ae4b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e7ead244d4895" /><Relationship Type="http://schemas.openxmlformats.org/officeDocument/2006/relationships/notesSlide" Target="/ppt/notesSlides/notesSlide6.xml" Id="R6b529b483ad641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82d28dace4dd3" /><Relationship Type="http://schemas.openxmlformats.org/officeDocument/2006/relationships/notesSlide" Target="/ppt/notesSlides/notesSlide7.xml" Id="Rc50b474ee05e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7c27f0ef14e95" /><Relationship Type="http://schemas.openxmlformats.org/officeDocument/2006/relationships/notesSlide" Target="/ppt/notesSlides/notesSlide8.xml" Id="R7699a910b57947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beef3b44340b3" /><Relationship Type="http://schemas.openxmlformats.org/officeDocument/2006/relationships/chart" Target="/ppt/slides/charts/chart1.xml" Id="R59460431918949ab" /><Relationship Type="http://schemas.openxmlformats.org/officeDocument/2006/relationships/notesSlide" Target="/ppt/notesSlides/notesSlide9.xml" Id="Rb42f699332d44b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cb3948a684462" /><Relationship Type="http://schemas.openxmlformats.org/officeDocument/2006/relationships/chart" Target="/ppt/slides/charts/chart2.xml" Id="Rbbfd7dea87a94f37" /><Relationship Type="http://schemas.openxmlformats.org/officeDocument/2006/relationships/notesSlide" Target="/ppt/notesSlides/notesSlide10.xml" Id="R0e775aa72d2a4b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f10dec4adb4528" /><Relationship Type="http://schemas.openxmlformats.org/officeDocument/2006/relationships/image" Target="/ppt/media/image2.png" Id="Rfbf82d9ac30f4c8d" /><Relationship Type="http://schemas.openxmlformats.org/officeDocument/2006/relationships/notesSlide" Target="/ppt/notesSlides/notesSlide11.xml" Id="R0af2e4b857b84f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d0b493e5b4d7f" /><Relationship Type="http://schemas.openxmlformats.org/officeDocument/2006/relationships/chart" Target="/ppt/slides/charts/chart3.xml" Id="R5a1ad247fa45419d" /><Relationship Type="http://schemas.openxmlformats.org/officeDocument/2006/relationships/chart" Target="/ppt/slides/charts/chart4.xml" Id="R45057d21d0854724" /><Relationship Type="http://schemas.openxmlformats.org/officeDocument/2006/relationships/notesSlide" Target="/ppt/notesSlides/notesSlide12.xml" Id="Rfd2a0b6790114d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1efe57ff64ed7" /><Relationship Type="http://schemas.openxmlformats.org/officeDocument/2006/relationships/chart" Target="/ppt/slides/charts/chart5.xml" Id="R5a04ad993edb4414" /><Relationship Type="http://schemas.openxmlformats.org/officeDocument/2006/relationships/chart" Target="/ppt/slides/charts/chart6.xml" Id="Rb1eb34e39b3a4d40" /><Relationship Type="http://schemas.openxmlformats.org/officeDocument/2006/relationships/notesSlide" Target="/ppt/notesSlides/notesSlide13.xml" Id="Rafb9deb7c67e41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2a04af5d04b64" /><Relationship Type="http://schemas.openxmlformats.org/officeDocument/2006/relationships/chart" Target="/ppt/slides/charts/chart7.xml" Id="R2aa096d9f69e462c" /><Relationship Type="http://schemas.openxmlformats.org/officeDocument/2006/relationships/chart" Target="/ppt/slides/charts/chart8.xml" Id="Rad9db0ba88da4209" /><Relationship Type="http://schemas.openxmlformats.org/officeDocument/2006/relationships/notesSlide" Target="/ppt/notesSlides/notesSlide14.xml" Id="Rd8047ab5902745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16dc19c3634125" /><Relationship Type="http://schemas.openxmlformats.org/officeDocument/2006/relationships/chart" Target="/ppt/slides/charts/chart9.xml" Id="R4e1dcd1edc7f4d92" /><Relationship Type="http://schemas.openxmlformats.org/officeDocument/2006/relationships/chart" Target="/ppt/slides/charts/chart10.xml" Id="Re2e50e7fe2e34596" /><Relationship Type="http://schemas.openxmlformats.org/officeDocument/2006/relationships/notesSlide" Target="/ppt/notesSlides/notesSlide15.xml" Id="R8925199fc8f94d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4bbac339842d7" /><Relationship Type="http://schemas.openxmlformats.org/officeDocument/2006/relationships/notesSlide" Target="/ppt/notesSlides/notesSlide16.xml" Id="Ra64413ef9da14f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560bd660c949fa" /><Relationship Type="http://schemas.openxmlformats.org/officeDocument/2006/relationships/chart" Target="/ppt/slides/charts/chart11.xml" Id="Re63133d0b54a4278" /><Relationship Type="http://schemas.openxmlformats.org/officeDocument/2006/relationships/chart" Target="/ppt/slides/charts/chart12.xml" Id="R624004eed1af4d2d" /><Relationship Type="http://schemas.openxmlformats.org/officeDocument/2006/relationships/notesSlide" Target="/ppt/notesSlides/notesSlide17.xml" Id="R485fbd8ba3284b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7ae85c2db14534" /><Relationship Type="http://schemas.openxmlformats.org/officeDocument/2006/relationships/chart" Target="/ppt/slides/charts/chart13.xml" Id="R38b64d99e6a44bed" /><Relationship Type="http://schemas.openxmlformats.org/officeDocument/2006/relationships/notesSlide" Target="/ppt/notesSlides/notesSlide18.xml" Id="R259cb8b312c94e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2f3adddc247fa" /><Relationship Type="http://schemas.openxmlformats.org/officeDocument/2006/relationships/notesSlide" Target="/ppt/notesSlides/notesSlide19.xml" Id="R650d54ec23e74b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cb70f6a4143e2" /><Relationship Type="http://schemas.openxmlformats.org/officeDocument/2006/relationships/notesSlide" Target="/ppt/notesSlides/notesSlide20.xml" Id="Rbc59712e536b42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2f91d59c44797" /><Relationship Type="http://schemas.openxmlformats.org/officeDocument/2006/relationships/notesSlide" Target="/ppt/notesSlides/notesSlide21.xml" Id="R80a1d7b73a544d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6136659404043" /><Relationship Type="http://schemas.openxmlformats.org/officeDocument/2006/relationships/notesSlide" Target="/ppt/notesSlides/notesSlide22.xml" Id="Rcbff617383d648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7bf3af4bf4dcc" /><Relationship Type="http://schemas.openxmlformats.org/officeDocument/2006/relationships/notesSlide" Target="/ppt/notesSlides/notesSlide23.xml" Id="R9a94f887e3c84d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20878b555d4807" /><Relationship Type="http://schemas.openxmlformats.org/officeDocument/2006/relationships/notesSlide" Target="/ppt/notesSlides/notesSlide24.xml" Id="Rf57edf9f79264e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2d6341cf4549d5" /><Relationship Type="http://schemas.openxmlformats.org/officeDocument/2006/relationships/notesSlide" Target="/ppt/notesSlides/notesSlide25.xml" Id="R82673e9220c845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e5166a6674bcd" /><Relationship Type="http://schemas.openxmlformats.org/officeDocument/2006/relationships/notesSlide" Target="/ppt/notesSlides/notesSlide26.xml" Id="Rad528c271c1e43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d88d62d814763" /><Relationship Type="http://schemas.openxmlformats.org/officeDocument/2006/relationships/notesSlide" Target="/ppt/notesSlides/notesSlide27.xml" Id="R147bdcd0d4b744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55a2a70934e2b" /><Relationship Type="http://schemas.openxmlformats.org/officeDocument/2006/relationships/notesSlide" Target="/ppt/notesSlides/notesSlide28.xml" Id="R5e35d7d5f2a94b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Sentaurus Vg4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-5.84075934113E-13</c:v>
                </c:pt>
                <c:pt idx="1">
                  <c:v>55.024908335</c:v>
                </c:pt>
                <c:pt idx="2">
                  <c:v>89.4234283389</c:v>
                </c:pt>
                <c:pt idx="3">
                  <c:v>109.169633491</c:v>
                </c:pt>
                <c:pt idx="4">
                  <c:v>120.077037086</c:v>
                </c:pt>
                <c:pt idx="5">
                  <c:v>125.373076572</c:v>
                </c:pt>
                <c:pt idx="6">
                  <c:v>127.487477611</c:v>
                </c:pt>
                <c:pt idx="7">
                  <c:v>128.123256922</c:v>
                </c:pt>
                <c:pt idx="8">
                  <c:v>128.175683323</c:v>
                </c:pt>
                <c:pt idx="9">
                  <c:v>127.987990927</c:v>
                </c:pt>
                <c:pt idx="10">
                  <c:v>127.682273812</c:v>
                </c:pt>
                <c:pt idx="11">
                  <c:v>127.316811209</c:v>
                </c:pt>
                <c:pt idx="12">
                  <c:v>126.915588299</c:v>
                </c:pt>
                <c:pt idx="13">
                  <c:v>126.489231607</c:v>
                </c:pt>
                <c:pt idx="14">
                  <c:v>126.042510506</c:v>
                </c:pt>
                <c:pt idx="15">
                  <c:v>125.577477289</c:v>
                </c:pt>
                <c:pt idx="16">
                  <c:v>125.100041241</c:v>
                </c:pt>
                <c:pt idx="17">
                  <c:v>124.613170387</c:v>
                </c:pt>
                <c:pt idx="18">
                  <c:v>124.119053901</c:v>
                </c:pt>
                <c:pt idx="19">
                  <c:v>123.620121161</c:v>
                </c:pt>
                <c:pt idx="20">
                  <c:v>123.118748034</c:v>
                </c:pt>
                <c:pt idx="21">
                  <c:v>122.616193953</c:v>
                </c:pt>
                <c:pt idx="22">
                  <c:v>122.113729725</c:v>
                </c:pt>
                <c:pt idx="23">
                  <c:v>121.611909612</c:v>
                </c:pt>
                <c:pt idx="24">
                  <c:v>121.111172593</c:v>
                </c:pt>
                <c:pt idx="25">
                  <c:v>120.611689557</c:v>
                </c:pt>
                <c:pt idx="26">
                  <c:v>120.113949844</c:v>
                </c:pt>
                <c:pt idx="27">
                  <c:v>119.61852026</c:v>
                </c:pt>
                <c:pt idx="28">
                  <c:v>119.125815402</c:v>
                </c:pt>
                <c:pt idx="29">
                  <c:v>118.636678569</c:v>
                </c:pt>
                <c:pt idx="30">
                  <c:v>118.150892998</c:v>
                </c:pt>
              </c:numCache>
            </c:numRef>
          </c:yVal>
        </c:ser>
        <c:ser>
          <c:idx val="1"/>
          <c:order val="1"/>
          <c:tx>
            <c:v>Vela Vg4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0">
              <a:solidFill>
                <a:srgbClr val="3357B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357B8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0</c:v>
                </c:pt>
                <c:pt idx="1">
                  <c:v>55.0270440261</c:v>
                </c:pt>
                <c:pt idx="2">
                  <c:v>89.422800526</c:v>
                </c:pt>
                <c:pt idx="3">
                  <c:v>109.160656445</c:v>
                </c:pt>
                <c:pt idx="4">
                  <c:v>120.058526347</c:v>
                </c:pt>
                <c:pt idx="5">
                  <c:v>125.346962022</c:v>
                </c:pt>
                <c:pt idx="6">
                  <c:v>127.457430616</c:v>
                </c:pt>
                <c:pt idx="7">
                  <c:v>128.092395748</c:v>
                </c:pt>
                <c:pt idx="8">
                  <c:v>128.145626038</c:v>
                </c:pt>
                <c:pt idx="9">
                  <c:v>127.95944595</c:v>
                </c:pt>
                <c:pt idx="10">
                  <c:v>127.65556648</c:v>
                </c:pt>
                <c:pt idx="11">
                  <c:v>127.292093443</c:v>
                </c:pt>
                <c:pt idx="12">
                  <c:v>126.89292238</c:v>
                </c:pt>
                <c:pt idx="13">
                  <c:v>126.468625919</c:v>
                </c:pt>
                <c:pt idx="14">
                  <c:v>126.023942285</c:v>
                </c:pt>
                <c:pt idx="15">
                  <c:v>125.56091744</c:v>
                </c:pt>
                <c:pt idx="16">
                  <c:v>125.085456348</c:v>
                </c:pt>
                <c:pt idx="17">
                  <c:v>124.600511889</c:v>
                </c:pt>
                <c:pt idx="18">
                  <c:v>124.108270878</c:v>
                </c:pt>
                <c:pt idx="19">
                  <c:v>123.611163276</c:v>
                </c:pt>
                <c:pt idx="20">
                  <c:v>123.111560305</c:v>
                </c:pt>
                <c:pt idx="21">
                  <c:v>122.610718249</c:v>
                </c:pt>
                <c:pt idx="22">
                  <c:v>122.109912884</c:v>
                </c:pt>
                <c:pt idx="23">
                  <c:v>121.609695813</c:v>
                </c:pt>
                <c:pt idx="24">
                  <c:v>121.110508323</c:v>
                </c:pt>
                <c:pt idx="25">
                  <c:v>120.61251813</c:v>
                </c:pt>
                <c:pt idx="26">
                  <c:v>120.116215164</c:v>
                </c:pt>
                <c:pt idx="27">
                  <c:v>119.622169269</c:v>
                </c:pt>
                <c:pt idx="28">
                  <c:v>119.130794136</c:v>
                </c:pt>
                <c:pt idx="29">
                  <c:v>118.642936885</c:v>
                </c:pt>
                <c:pt idx="30">
                  <c:v>118.158381881</c:v>
                </c:pt>
              </c:numCache>
            </c:numRef>
          </c:yVal>
        </c:ser>
        <c:ser>
          <c:idx val="2"/>
          <c:order val="2"/>
          <c:tx>
            <c:v>Sentaurus Vg8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23813">
              <a:solidFill>
                <a:srgbClr val="CC702D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Data'!$E$2:$E$32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Data'!$F$2:$F$32</c:f>
              <c:numCache>
                <c:formatCode>0</c:formatCode>
                <c:ptCount val="31"/>
                <c:pt idx="0">
                  <c:v>-5.18072343651E-13</c:v>
                </c:pt>
                <c:pt idx="1">
                  <c:v>72.0160189943</c:v>
                </c:pt>
                <c:pt idx="2">
                  <c:v>122.506599034</c:v>
                </c:pt>
                <c:pt idx="3">
                  <c:v>156.569403999</c:v>
                </c:pt>
                <c:pt idx="4">
                  <c:v>180.220513348</c:v>
                </c:pt>
                <c:pt idx="5">
                  <c:v>197.457471248</c:v>
                </c:pt>
                <c:pt idx="6">
                  <c:v>210.423683974</c:v>
                </c:pt>
                <c:pt idx="7">
                  <c:v>220.347929648</c:v>
                </c:pt>
                <c:pt idx="8">
                  <c:v>227.994918599</c:v>
                </c:pt>
                <c:pt idx="9">
                  <c:v>233.875023977</c:v>
                </c:pt>
                <c:pt idx="10">
                  <c:v>238.42860261</c:v>
                </c:pt>
                <c:pt idx="11">
                  <c:v>241.926853572</c:v>
                </c:pt>
                <c:pt idx="12">
                  <c:v>244.562670802</c:v>
                </c:pt>
                <c:pt idx="13">
                  <c:v>246.494941143</c:v>
                </c:pt>
                <c:pt idx="14">
                  <c:v>247.846779902</c:v>
                </c:pt>
                <c:pt idx="15">
                  <c:v>248.710776301</c:v>
                </c:pt>
                <c:pt idx="16">
                  <c:v>249.168417902</c:v>
                </c:pt>
                <c:pt idx="17">
                  <c:v>249.287704016</c:v>
                </c:pt>
                <c:pt idx="18">
                  <c:v>249.128134079</c:v>
                </c:pt>
                <c:pt idx="19">
                  <c:v>248.741675313</c:v>
                </c:pt>
                <c:pt idx="20">
                  <c:v>248.16003028</c:v>
                </c:pt>
                <c:pt idx="21">
                  <c:v>247.410178244</c:v>
                </c:pt>
                <c:pt idx="22">
                  <c:v>246.51851827</c:v>
                </c:pt>
                <c:pt idx="23">
                  <c:v>245.513247104</c:v>
                </c:pt>
                <c:pt idx="24">
                  <c:v>244.41397122</c:v>
                </c:pt>
                <c:pt idx="25">
                  <c:v>243.236369698</c:v>
                </c:pt>
                <c:pt idx="26">
                  <c:v>241.998504595</c:v>
                </c:pt>
                <c:pt idx="27">
                  <c:v>240.709793596</c:v>
                </c:pt>
                <c:pt idx="28">
                  <c:v>239.378899995</c:v>
                </c:pt>
                <c:pt idx="29">
                  <c:v>238.015125447</c:v>
                </c:pt>
                <c:pt idx="30">
                  <c:v>236.627089833</c:v>
                </c:pt>
              </c:numCache>
            </c:numRef>
          </c:yVal>
        </c:ser>
        <c:ser>
          <c:idx val="3"/>
          <c:order val="3"/>
          <c:tx>
            <c:v>Vela Vg8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Data'!$G$2:$G$32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Data'!$H$2:$H$32</c:f>
              <c:numCache>
                <c:formatCode>0</c:formatCode>
                <c:ptCount val="31"/>
                <c:pt idx="0">
                  <c:v>0</c:v>
                </c:pt>
                <c:pt idx="1">
                  <c:v>72.0197921584</c:v>
                </c:pt>
                <c:pt idx="2">
                  <c:v>122.515350784</c:v>
                </c:pt>
                <c:pt idx="3">
                  <c:v>156.580180573</c:v>
                </c:pt>
                <c:pt idx="4">
                  <c:v>180.231026177</c:v>
                </c:pt>
                <c:pt idx="5">
                  <c:v>197.466340663</c:v>
                </c:pt>
                <c:pt idx="6">
                  <c:v>210.430200768</c:v>
                </c:pt>
                <c:pt idx="7">
                  <c:v>220.351741399</c:v>
                </c:pt>
                <c:pt idx="8">
                  <c:v>227.995931738</c:v>
                </c:pt>
                <c:pt idx="9">
                  <c:v>233.873344347</c:v>
                </c:pt>
                <c:pt idx="10">
                  <c:v>238.424388371</c:v>
                </c:pt>
                <c:pt idx="11">
                  <c:v>241.920363552</c:v>
                </c:pt>
                <c:pt idx="12">
                  <c:v>244.554218162</c:v>
                </c:pt>
                <c:pt idx="13">
                  <c:v>246.484817544</c:v>
                </c:pt>
                <c:pt idx="14">
                  <c:v>247.83529936</c:v>
                </c:pt>
                <c:pt idx="15">
                  <c:v>248.698252331</c:v>
                </c:pt>
                <c:pt idx="16">
                  <c:v>249.155132896</c:v>
                </c:pt>
                <c:pt idx="17">
                  <c:v>249.273953273</c:v>
                </c:pt>
                <c:pt idx="18">
                  <c:v>249.114103691</c:v>
                </c:pt>
                <c:pt idx="19">
                  <c:v>248.727560863</c:v>
                </c:pt>
                <c:pt idx="20">
                  <c:v>248.146066306</c:v>
                </c:pt>
                <c:pt idx="21">
                  <c:v>247.396570096</c:v>
                </c:pt>
                <c:pt idx="22">
                  <c:v>246.505457052</c:v>
                </c:pt>
                <c:pt idx="23">
                  <c:v>245.500898065</c:v>
                </c:pt>
                <c:pt idx="24">
                  <c:v>244.402489559</c:v>
                </c:pt>
                <c:pt idx="25">
                  <c:v>243.225880357</c:v>
                </c:pt>
                <c:pt idx="26">
                  <c:v>241.989118226</c:v>
                </c:pt>
                <c:pt idx="27">
                  <c:v>240.701640946</c:v>
                </c:pt>
                <c:pt idx="28">
                  <c:v>239.372091229</c:v>
                </c:pt>
                <c:pt idx="29">
                  <c:v>238.009783846</c:v>
                </c:pt>
                <c:pt idx="30">
                  <c:v>236.623342388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74.21647441724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Id (A/m)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Sentaurus Vg4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300</c:v>
                </c:pt>
                <c:pt idx="1">
                  <c:v>301.294337506</c:v>
                </c:pt>
                <c:pt idx="2">
                  <c:v>304.339972154</c:v>
                </c:pt>
                <c:pt idx="3">
                  <c:v>308.193189124</c:v>
                </c:pt>
                <c:pt idx="4">
                  <c:v>312.273952727</c:v>
                </c:pt>
                <c:pt idx="5">
                  <c:v>316.29453557</c:v>
                </c:pt>
                <c:pt idx="6">
                  <c:v>320.176195609</c:v>
                </c:pt>
                <c:pt idx="7">
                  <c:v>323.946211116</c:v>
                </c:pt>
                <c:pt idx="8">
                  <c:v>327.645465538</c:v>
                </c:pt>
                <c:pt idx="9">
                  <c:v>331.292809626</c:v>
                </c:pt>
                <c:pt idx="10">
                  <c:v>334.895375597</c:v>
                </c:pt>
                <c:pt idx="11">
                  <c:v>338.461596584</c:v>
                </c:pt>
                <c:pt idx="12">
                  <c:v>341.994165477</c:v>
                </c:pt>
                <c:pt idx="13">
                  <c:v>345.496199182</c:v>
                </c:pt>
                <c:pt idx="14">
                  <c:v>348.968656548</c:v>
                </c:pt>
                <c:pt idx="15">
                  <c:v>352.410551884</c:v>
                </c:pt>
                <c:pt idx="16">
                  <c:v>355.825393104</c:v>
                </c:pt>
                <c:pt idx="17">
                  <c:v>359.2140871</c:v>
                </c:pt>
                <c:pt idx="18">
                  <c:v>362.576959966</c:v>
                </c:pt>
                <c:pt idx="19">
                  <c:v>365.915197267</c:v>
                </c:pt>
                <c:pt idx="20">
                  <c:v>369.230577997</c:v>
                </c:pt>
                <c:pt idx="21">
                  <c:v>372.521203681</c:v>
                </c:pt>
                <c:pt idx="22">
                  <c:v>375.789172524</c:v>
                </c:pt>
                <c:pt idx="23">
                  <c:v>379.034773121</c:v>
                </c:pt>
                <c:pt idx="24">
                  <c:v>382.25872067</c:v>
                </c:pt>
                <c:pt idx="25">
                  <c:v>385.458750207</c:v>
                </c:pt>
                <c:pt idx="26">
                  <c:v>388.634286132</c:v>
                </c:pt>
                <c:pt idx="27">
                  <c:v>391.786701706</c:v>
                </c:pt>
                <c:pt idx="28">
                  <c:v>394.916097768</c:v>
                </c:pt>
                <c:pt idx="29">
                  <c:v>398.02601508</c:v>
                </c:pt>
                <c:pt idx="30">
                  <c:v>401.112357054</c:v>
                </c:pt>
              </c:numCache>
            </c:numRef>
          </c:yVal>
        </c:ser>
        <c:ser>
          <c:idx val="1"/>
          <c:order val="1"/>
          <c:tx>
            <c:v>Vela Vg4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0">
              <a:solidFill>
                <a:srgbClr val="3357B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357B8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300</c:v>
                </c:pt>
                <c:pt idx="1">
                  <c:v>301.294146905</c:v>
                </c:pt>
                <c:pt idx="2">
                  <c:v>304.339412842</c:v>
                </c:pt>
                <c:pt idx="3">
                  <c:v>308.191794074</c:v>
                </c:pt>
                <c:pt idx="4">
                  <c:v>312.27118704</c:v>
                </c:pt>
                <c:pt idx="5">
                  <c:v>316.290168515</c:v>
                </c:pt>
                <c:pt idx="6">
                  <c:v>320.170399509</c:v>
                </c:pt>
                <c:pt idx="7">
                  <c:v>323.939312875</c:v>
                </c:pt>
                <c:pt idx="8">
                  <c:v>327.637732217</c:v>
                </c:pt>
                <c:pt idx="9">
                  <c:v>331.284435392</c:v>
                </c:pt>
                <c:pt idx="10">
                  <c:v>334.886525944</c:v>
                </c:pt>
                <c:pt idx="11">
                  <c:v>338.452424431</c:v>
                </c:pt>
                <c:pt idx="12">
                  <c:v>341.984812963</c:v>
                </c:pt>
                <c:pt idx="13">
                  <c:v>345.486798437</c:v>
                </c:pt>
                <c:pt idx="14">
                  <c:v>348.959322251</c:v>
                </c:pt>
                <c:pt idx="15">
                  <c:v>352.401400544</c:v>
                </c:pt>
                <c:pt idx="16">
                  <c:v>355.816549348</c:v>
                </c:pt>
                <c:pt idx="17">
                  <c:v>359.205629337</c:v>
                </c:pt>
                <c:pt idx="18">
                  <c:v>362.568983032</c:v>
                </c:pt>
                <c:pt idx="19">
                  <c:v>365.907821477</c:v>
                </c:pt>
                <c:pt idx="20">
                  <c:v>369.223865156</c:v>
                </c:pt>
                <c:pt idx="21">
                  <c:v>372.515226964</c:v>
                </c:pt>
                <c:pt idx="22">
                  <c:v>375.784005463</c:v>
                </c:pt>
                <c:pt idx="23">
                  <c:v>379.030519666</c:v>
                </c:pt>
                <c:pt idx="24">
                  <c:v>382.255420236</c:v>
                </c:pt>
                <c:pt idx="25">
                  <c:v>385.456449878</c:v>
                </c:pt>
                <c:pt idx="26">
                  <c:v>388.633079808</c:v>
                </c:pt>
                <c:pt idx="27">
                  <c:v>391.786601585</c:v>
                </c:pt>
                <c:pt idx="28">
                  <c:v>394.917189355</c:v>
                </c:pt>
                <c:pt idx="29">
                  <c:v>398.028297526</c:v>
                </c:pt>
                <c:pt idx="30">
                  <c:v>401.115871203</c:v>
                </c:pt>
              </c:numCache>
            </c:numRef>
          </c:yVal>
        </c:ser>
        <c:ser>
          <c:idx val="2"/>
          <c:order val="2"/>
          <c:tx>
            <c:v>Sentaurus Vg8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23813">
              <a:solidFill>
                <a:srgbClr val="CC702D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Data'!$E$2:$E$32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Data'!$F$2:$F$32</c:f>
              <c:numCache>
                <c:formatCode>0</c:formatCode>
                <c:ptCount val="31"/>
                <c:pt idx="0">
                  <c:v>300</c:v>
                </c:pt>
                <c:pt idx="1">
                  <c:v>301.725967743</c:v>
                </c:pt>
                <c:pt idx="2">
                  <c:v>305.832605088</c:v>
                </c:pt>
                <c:pt idx="3">
                  <c:v>311.526948987</c:v>
                </c:pt>
                <c:pt idx="4">
                  <c:v>318.076002006</c:v>
                </c:pt>
                <c:pt idx="5">
                  <c:v>325.173620264</c:v>
                </c:pt>
                <c:pt idx="6">
                  <c:v>332.641090539</c:v>
                </c:pt>
                <c:pt idx="7">
                  <c:v>340.35951616</c:v>
                </c:pt>
                <c:pt idx="8">
                  <c:v>348.241099832</c:v>
                </c:pt>
                <c:pt idx="9">
                  <c:v>356.215254326</c:v>
                </c:pt>
                <c:pt idx="10">
                  <c:v>364.259159461</c:v>
                </c:pt>
                <c:pt idx="11">
                  <c:v>372.340672181</c:v>
                </c:pt>
                <c:pt idx="12">
                  <c:v>380.428403759</c:v>
                </c:pt>
                <c:pt idx="13">
                  <c:v>388.4986123</c:v>
                </c:pt>
                <c:pt idx="14">
                  <c:v>396.531292818</c:v>
                </c:pt>
                <c:pt idx="15">
                  <c:v>404.513248101</c:v>
                </c:pt>
                <c:pt idx="16">
                  <c:v>412.427653307</c:v>
                </c:pt>
                <c:pt idx="17">
                  <c:v>420.267244941</c:v>
                </c:pt>
                <c:pt idx="18">
                  <c:v>428.025802963</c:v>
                </c:pt>
                <c:pt idx="19">
                  <c:v>435.702821803</c:v>
                </c:pt>
                <c:pt idx="20">
                  <c:v>443.292223252</c:v>
                </c:pt>
                <c:pt idx="21">
                  <c:v>450.783809511</c:v>
                </c:pt>
                <c:pt idx="22">
                  <c:v>458.17199785</c:v>
                </c:pt>
                <c:pt idx="23">
                  <c:v>465.461283266</c:v>
                </c:pt>
                <c:pt idx="24">
                  <c:v>472.648881126</c:v>
                </c:pt>
                <c:pt idx="25">
                  <c:v>479.732230572</c:v>
                </c:pt>
                <c:pt idx="26">
                  <c:v>486.714027913</c:v>
                </c:pt>
                <c:pt idx="27">
                  <c:v>493.589958739</c:v>
                </c:pt>
                <c:pt idx="28">
                  <c:v>500.355805756</c:v>
                </c:pt>
                <c:pt idx="29">
                  <c:v>507.014049642</c:v>
                </c:pt>
                <c:pt idx="30">
                  <c:v>513.568614746</c:v>
                </c:pt>
              </c:numCache>
            </c:numRef>
          </c:yVal>
        </c:ser>
        <c:ser>
          <c:idx val="3"/>
          <c:order val="3"/>
          <c:tx>
            <c:v>Vela Vg8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Data'!$G$2:$G$32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Data'!$H$2:$H$32</c:f>
              <c:numCache>
                <c:formatCode>0</c:formatCode>
                <c:ptCount val="31"/>
                <c:pt idx="0">
                  <c:v>300</c:v>
                </c:pt>
                <c:pt idx="1">
                  <c:v>301.725764396</c:v>
                </c:pt>
                <c:pt idx="2">
                  <c:v>305.832356092</c:v>
                </c:pt>
                <c:pt idx="3">
                  <c:v>311.526835744</c:v>
                </c:pt>
                <c:pt idx="4">
                  <c:v>318.075907861</c:v>
                </c:pt>
                <c:pt idx="5">
                  <c:v>325.17334648</c:v>
                </c:pt>
                <c:pt idx="6">
                  <c:v>332.640391954</c:v>
                </c:pt>
                <c:pt idx="7">
                  <c:v>340.358142885</c:v>
                </c:pt>
                <c:pt idx="8">
                  <c:v>348.238814803</c:v>
                </c:pt>
                <c:pt idx="9">
                  <c:v>356.211845787</c:v>
                </c:pt>
                <c:pt idx="10">
                  <c:v>364.254422938</c:v>
                </c:pt>
                <c:pt idx="11">
                  <c:v>372.334428884</c:v>
                </c:pt>
                <c:pt idx="12">
                  <c:v>380.420497175</c:v>
                </c:pt>
                <c:pt idx="13">
                  <c:v>388.488938456</c:v>
                </c:pt>
                <c:pt idx="14">
                  <c:v>396.519749482</c:v>
                </c:pt>
                <c:pt idx="15">
                  <c:v>404.499853022</c:v>
                </c:pt>
                <c:pt idx="16">
                  <c:v>412.412240113</c:v>
                </c:pt>
                <c:pt idx="17">
                  <c:v>420.249891656</c:v>
                </c:pt>
                <c:pt idx="18">
                  <c:v>428.006407699</c:v>
                </c:pt>
                <c:pt idx="19">
                  <c:v>435.681299775</c:v>
                </c:pt>
                <c:pt idx="20">
                  <c:v>443.268629589</c:v>
                </c:pt>
                <c:pt idx="21">
                  <c:v>450.758147169</c:v>
                </c:pt>
                <c:pt idx="22">
                  <c:v>458.14430975</c:v>
                </c:pt>
                <c:pt idx="23">
                  <c:v>465.431487823</c:v>
                </c:pt>
                <c:pt idx="24">
                  <c:v>472.61710553</c:v>
                </c:pt>
                <c:pt idx="25">
                  <c:v>479.698538084</c:v>
                </c:pt>
                <c:pt idx="26">
                  <c:v>486.678421922</c:v>
                </c:pt>
                <c:pt idx="27">
                  <c:v>493.552532733</c:v>
                </c:pt>
                <c:pt idx="28">
                  <c:v>500.316684465</c:v>
                </c:pt>
                <c:pt idx="29">
                  <c:v>506.973387871</c:v>
                </c:pt>
                <c:pt idx="30">
                  <c:v>513.52663268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30"/>
          <c:min val="2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峰值温度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全硅 / 界面、n / p 的最差分组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Vg4 最差分组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0.0</c:formatCode>
                <c:ptCount val="31"/>
                <c:pt idx="0">
                  <c:v>0.000589767453304</c:v>
                </c:pt>
                <c:pt idx="1">
                  <c:v>0.00231692362959</c:v>
                </c:pt>
                <c:pt idx="2">
                  <c:v>0.00430228890439</c:v>
                </c:pt>
                <c:pt idx="3">
                  <c:v>0.0178500173231</c:v>
                </c:pt>
                <c:pt idx="4">
                  <c:v>0.0300238973288</c:v>
                </c:pt>
                <c:pt idx="5">
                  <c:v>0.03510873653</c:v>
                </c:pt>
                <c:pt idx="6">
                  <c:v>0.0259497783414</c:v>
                </c:pt>
                <c:pt idx="7">
                  <c:v>0.0233133775798</c:v>
                </c:pt>
                <c:pt idx="8">
                  <c:v>0.0235122260182</c:v>
                </c:pt>
                <c:pt idx="9">
                  <c:v>0.0240950848011</c:v>
                </c:pt>
                <c:pt idx="10">
                  <c:v>0.0367268849758</c:v>
                </c:pt>
                <c:pt idx="11">
                  <c:v>0.0323363232947</c:v>
                </c:pt>
                <c:pt idx="12">
                  <c:v>0.0336907936158</c:v>
                </c:pt>
                <c:pt idx="13">
                  <c:v>0.0420310833116</c:v>
                </c:pt>
                <c:pt idx="14">
                  <c:v>0.0527455631403</c:v>
                </c:pt>
                <c:pt idx="15">
                  <c:v>0.0628359965732</c:v>
                </c:pt>
                <c:pt idx="16">
                  <c:v>0.0727541215043</c:v>
                </c:pt>
                <c:pt idx="17">
                  <c:v>0.084306151113</c:v>
                </c:pt>
                <c:pt idx="18">
                  <c:v>0.0848580768283</c:v>
                </c:pt>
                <c:pt idx="19">
                  <c:v>0.452158898088</c:v>
                </c:pt>
                <c:pt idx="20">
                  <c:v>0.508508699446</c:v>
                </c:pt>
                <c:pt idx="21">
                  <c:v>0.469977262772</c:v>
                </c:pt>
                <c:pt idx="22">
                  <c:v>0.483562752106</c:v>
                </c:pt>
                <c:pt idx="23">
                  <c:v>0.443373524202</c:v>
                </c:pt>
                <c:pt idx="24">
                  <c:v>0.464492881551</c:v>
                </c:pt>
                <c:pt idx="25">
                  <c:v>0.398252543168</c:v>
                </c:pt>
                <c:pt idx="26">
                  <c:v>0.342034469467</c:v>
                </c:pt>
                <c:pt idx="27">
                  <c:v>0.390537429487</c:v>
                </c:pt>
                <c:pt idx="28">
                  <c:v>0.370214856046</c:v>
                </c:pt>
                <c:pt idx="29">
                  <c:v>0.341890564834</c:v>
                </c:pt>
                <c:pt idx="30">
                  <c:v>0.319328723492</c:v>
                </c:pt>
              </c:numCache>
            </c:numRef>
          </c:yVal>
        </c:ser>
        <c:ser>
          <c:idx val="1"/>
          <c:order val="1"/>
          <c:tx>
            <c:v>Vg8 最差分组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23813">
              <a:solidFill>
                <a:srgbClr val="CC702D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0.0</c:formatCode>
                <c:ptCount val="31"/>
                <c:pt idx="0">
                  <c:v>0.000820880940405</c:v>
                </c:pt>
                <c:pt idx="1">
                  <c:v>0.0044152900295</c:v>
                </c:pt>
                <c:pt idx="2">
                  <c:v>0.00905796930173</c:v>
                </c:pt>
                <c:pt idx="3">
                  <c:v>0.0107885098217</c:v>
                </c:pt>
                <c:pt idx="4">
                  <c:v>0.0129927166418</c:v>
                </c:pt>
                <c:pt idx="5">
                  <c:v>0.0158175083983</c:v>
                </c:pt>
                <c:pt idx="6">
                  <c:v>0.0164676622932</c:v>
                </c:pt>
                <c:pt idx="7">
                  <c:v>0.0174883716125</c:v>
                </c:pt>
                <c:pt idx="8">
                  <c:v>0.0197215322479</c:v>
                </c:pt>
                <c:pt idx="9">
                  <c:v>0.0216244005435</c:v>
                </c:pt>
                <c:pt idx="10">
                  <c:v>0.0262446310592</c:v>
                </c:pt>
                <c:pt idx="11">
                  <c:v>0.0343482945243</c:v>
                </c:pt>
                <c:pt idx="12">
                  <c:v>0.0440800574514</c:v>
                </c:pt>
                <c:pt idx="13">
                  <c:v>0.0560476786978</c:v>
                </c:pt>
                <c:pt idx="14">
                  <c:v>0.069485544787</c:v>
                </c:pt>
                <c:pt idx="15">
                  <c:v>0.0856287850385</c:v>
                </c:pt>
                <c:pt idx="16">
                  <c:v>0.103593898675</c:v>
                </c:pt>
                <c:pt idx="17">
                  <c:v>0.122920052891</c:v>
                </c:pt>
                <c:pt idx="18">
                  <c:v>0.146474941918</c:v>
                </c:pt>
                <c:pt idx="19">
                  <c:v>1.10133736</c:v>
                </c:pt>
                <c:pt idx="20">
                  <c:v>1.28485953741</c:v>
                </c:pt>
                <c:pt idx="21">
                  <c:v>1.10704769491</c:v>
                </c:pt>
                <c:pt idx="22">
                  <c:v>0.931358162872</c:v>
                </c:pt>
                <c:pt idx="23">
                  <c:v>0.786918521205</c:v>
                </c:pt>
                <c:pt idx="24">
                  <c:v>0.683480149186</c:v>
                </c:pt>
                <c:pt idx="25">
                  <c:v>0.55218193869</c:v>
                </c:pt>
                <c:pt idx="26">
                  <c:v>0.510174734275</c:v>
                </c:pt>
                <c:pt idx="27">
                  <c:v>0.565732007864</c:v>
                </c:pt>
                <c:pt idx="28">
                  <c:v>0.611563214746</c:v>
                </c:pt>
                <c:pt idx="29">
                  <c:v>0.690098088743</c:v>
                </c:pt>
                <c:pt idx="30">
                  <c:v>1.13583242249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密度相对 RMS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导带与价带的最差绝对差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Vg4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0.331981592032</c:v>
                </c:pt>
                <c:pt idx="1">
                  <c:v>0.333129739996</c:v>
                </c:pt>
                <c:pt idx="2">
                  <c:v>0.33543835162</c:v>
                </c:pt>
                <c:pt idx="3">
                  <c:v>0.338124995299</c:v>
                </c:pt>
                <c:pt idx="4">
                  <c:v>0.612337291338</c:v>
                </c:pt>
                <c:pt idx="5">
                  <c:v>0.778862801851</c:v>
                </c:pt>
                <c:pt idx="6">
                  <c:v>0.781208353887</c:v>
                </c:pt>
                <c:pt idx="7">
                  <c:v>0.710885479905</c:v>
                </c:pt>
                <c:pt idx="8">
                  <c:v>0.639841934314</c:v>
                </c:pt>
                <c:pt idx="9">
                  <c:v>0.579112735326</c:v>
                </c:pt>
                <c:pt idx="10">
                  <c:v>0.526357118626</c:v>
                </c:pt>
                <c:pt idx="11">
                  <c:v>0.478729180277</c:v>
                </c:pt>
                <c:pt idx="12">
                  <c:v>0.591837349035</c:v>
                </c:pt>
                <c:pt idx="13">
                  <c:v>0.850507597283</c:v>
                </c:pt>
                <c:pt idx="14">
                  <c:v>1.14556415291</c:v>
                </c:pt>
                <c:pt idx="15">
                  <c:v>1.45804747693</c:v>
                </c:pt>
                <c:pt idx="16">
                  <c:v>1.76838737091</c:v>
                </c:pt>
                <c:pt idx="17">
                  <c:v>2.10643314296</c:v>
                </c:pt>
                <c:pt idx="18">
                  <c:v>2.45549181398</c:v>
                </c:pt>
                <c:pt idx="19">
                  <c:v>2.83049365492</c:v>
                </c:pt>
                <c:pt idx="20">
                  <c:v>3.21697613948</c:v>
                </c:pt>
                <c:pt idx="21">
                  <c:v>3.61335252537</c:v>
                </c:pt>
                <c:pt idx="22">
                  <c:v>4.00733191541</c:v>
                </c:pt>
                <c:pt idx="23">
                  <c:v>4.42724007782</c:v>
                </c:pt>
                <c:pt idx="24">
                  <c:v>4.90071640845</c:v>
                </c:pt>
                <c:pt idx="25">
                  <c:v>5.37768438945</c:v>
                </c:pt>
                <c:pt idx="26">
                  <c:v>5.85021498589</c:v>
                </c:pt>
                <c:pt idx="27">
                  <c:v>6.31668469098</c:v>
                </c:pt>
                <c:pt idx="28">
                  <c:v>6.78708115153</c:v>
                </c:pt>
                <c:pt idx="29">
                  <c:v>7.25958608967</c:v>
                </c:pt>
                <c:pt idx="30">
                  <c:v>7.80297340601</c:v>
                </c:pt>
              </c:numCache>
            </c:numRef>
          </c:yVal>
        </c:ser>
        <c:ser>
          <c:idx val="1"/>
          <c:order val="1"/>
          <c:tx>
            <c:v>Vg8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23813">
              <a:solidFill>
                <a:srgbClr val="CC702D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0.331981592032</c:v>
                </c:pt>
                <c:pt idx="1">
                  <c:v>0.333506961602</c:v>
                </c:pt>
                <c:pt idx="2">
                  <c:v>0.33677895745</c:v>
                </c:pt>
                <c:pt idx="3">
                  <c:v>0.340859644918</c:v>
                </c:pt>
                <c:pt idx="4">
                  <c:v>0.437350597192</c:v>
                </c:pt>
                <c:pt idx="5">
                  <c:v>0.610524103352</c:v>
                </c:pt>
                <c:pt idx="6">
                  <c:v>0.83779504326</c:v>
                </c:pt>
                <c:pt idx="7">
                  <c:v>1.13067311432</c:v>
                </c:pt>
                <c:pt idx="8">
                  <c:v>1.49715052496</c:v>
                </c:pt>
                <c:pt idx="9">
                  <c:v>1.93619498266</c:v>
                </c:pt>
                <c:pt idx="10">
                  <c:v>2.46063606489</c:v>
                </c:pt>
                <c:pt idx="11">
                  <c:v>3.04540920351</c:v>
                </c:pt>
                <c:pt idx="12">
                  <c:v>3.68598369431</c:v>
                </c:pt>
                <c:pt idx="13">
                  <c:v>4.4125019481</c:v>
                </c:pt>
                <c:pt idx="14">
                  <c:v>5.21358911936</c:v>
                </c:pt>
                <c:pt idx="15">
                  <c:v>6.07993273816</c:v>
                </c:pt>
                <c:pt idx="16">
                  <c:v>6.96298448942</c:v>
                </c:pt>
                <c:pt idx="17">
                  <c:v>7.95191401946</c:v>
                </c:pt>
                <c:pt idx="18">
                  <c:v>8.98026256499</c:v>
                </c:pt>
                <c:pt idx="19">
                  <c:v>10.1129429997</c:v>
                </c:pt>
                <c:pt idx="20">
                  <c:v>11.2758439797</c:v>
                </c:pt>
                <c:pt idx="21">
                  <c:v>12.5395854051</c:v>
                </c:pt>
                <c:pt idx="22">
                  <c:v>13.7958094505</c:v>
                </c:pt>
                <c:pt idx="23">
                  <c:v>15.1904235348</c:v>
                </c:pt>
                <c:pt idx="24">
                  <c:v>16.6539187313</c:v>
                </c:pt>
                <c:pt idx="25">
                  <c:v>18.0674592268</c:v>
                </c:pt>
                <c:pt idx="26">
                  <c:v>19.7410176478</c:v>
                </c:pt>
                <c:pt idx="27">
                  <c:v>21.3434310383</c:v>
                </c:pt>
                <c:pt idx="28">
                  <c:v>23.0644758658</c:v>
                </c:pt>
                <c:pt idx="29">
                  <c:v>24.8122228797</c:v>
                </c:pt>
                <c:pt idx="30">
                  <c:v>26.6531408195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最大带边差 (meV)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Vg = 4 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Sentaurus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-3.65420070177E-13</c:v>
                </c:pt>
                <c:pt idx="1">
                  <c:v>93.9725324393</c:v>
                </c:pt>
                <c:pt idx="2">
                  <c:v>141.794187639</c:v>
                </c:pt>
                <c:pt idx="3">
                  <c:v>168.591810157</c:v>
                </c:pt>
                <c:pt idx="4">
                  <c:v>186.388180134</c:v>
                </c:pt>
                <c:pt idx="5">
                  <c:v>198.778792768</c:v>
                </c:pt>
                <c:pt idx="6">
                  <c:v>207.186747533</c:v>
                </c:pt>
                <c:pt idx="7">
                  <c:v>212.605856487</c:v>
                </c:pt>
                <c:pt idx="8">
                  <c:v>215.917057977</c:v>
                </c:pt>
                <c:pt idx="9">
                  <c:v>217.91577591</c:v>
                </c:pt>
                <c:pt idx="10">
                  <c:v>219.178369412</c:v>
                </c:pt>
                <c:pt idx="11">
                  <c:v>220.042676411</c:v>
                </c:pt>
                <c:pt idx="12">
                  <c:v>220.684353001</c:v>
                </c:pt>
                <c:pt idx="13">
                  <c:v>221.192248869</c:v>
                </c:pt>
                <c:pt idx="14">
                  <c:v>221.613133558</c:v>
                </c:pt>
                <c:pt idx="15">
                  <c:v>221.974198015</c:v>
                </c:pt>
                <c:pt idx="16">
                  <c:v>222.292582432</c:v>
                </c:pt>
                <c:pt idx="17">
                  <c:v>222.579230515</c:v>
                </c:pt>
                <c:pt idx="18">
                  <c:v>222.841512885</c:v>
                </c:pt>
                <c:pt idx="19">
                  <c:v>223.083261485</c:v>
                </c:pt>
                <c:pt idx="20">
                  <c:v>223.305712762</c:v>
                </c:pt>
                <c:pt idx="21">
                  <c:v>223.51098165</c:v>
                </c:pt>
                <c:pt idx="22">
                  <c:v>223.701758002</c:v>
                </c:pt>
                <c:pt idx="23">
                  <c:v>223.879357378</c:v>
                </c:pt>
                <c:pt idx="24">
                  <c:v>224.045152292</c:v>
                </c:pt>
                <c:pt idx="25">
                  <c:v>224.19957781</c:v>
                </c:pt>
                <c:pt idx="26">
                  <c:v>224.343542657</c:v>
                </c:pt>
                <c:pt idx="27">
                  <c:v>224.477752932</c:v>
                </c:pt>
                <c:pt idx="28">
                  <c:v>224.603230899</c:v>
                </c:pt>
                <c:pt idx="29">
                  <c:v>224.72151403</c:v>
                </c:pt>
                <c:pt idx="30">
                  <c:v>224.83317172</c:v>
                </c:pt>
              </c:numCache>
            </c:numRef>
          </c:yVal>
        </c:ser>
        <c:ser>
          <c:idx val="1"/>
          <c:order val="1"/>
          <c:tx>
            <c:v>Vela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0</c:v>
                </c:pt>
                <c:pt idx="1">
                  <c:v>95.0193770594</c:v>
                </c:pt>
                <c:pt idx="2">
                  <c:v>143.764222859</c:v>
                </c:pt>
                <c:pt idx="3">
                  <c:v>171.126997416</c:v>
                </c:pt>
                <c:pt idx="4">
                  <c:v>189.311942572</c:v>
                </c:pt>
                <c:pt idx="5">
                  <c:v>201.944180472</c:v>
                </c:pt>
                <c:pt idx="6">
                  <c:v>210.483061046</c:v>
                </c:pt>
                <c:pt idx="7">
                  <c:v>215.939750145</c:v>
                </c:pt>
                <c:pt idx="8">
                  <c:v>219.226885113</c:v>
                </c:pt>
                <c:pt idx="9">
                  <c:v>221.183269103</c:v>
                </c:pt>
                <c:pt idx="10">
                  <c:v>222.407708968</c:v>
                </c:pt>
                <c:pt idx="11">
                  <c:v>223.245302347</c:v>
                </c:pt>
                <c:pt idx="12">
                  <c:v>223.867878012</c:v>
                </c:pt>
                <c:pt idx="13">
                  <c:v>224.36323198</c:v>
                </c:pt>
                <c:pt idx="14">
                  <c:v>224.776434598</c:v>
                </c:pt>
                <c:pt idx="15">
                  <c:v>225.133623032</c:v>
                </c:pt>
                <c:pt idx="16">
                  <c:v>225.448399684</c:v>
                </c:pt>
                <c:pt idx="17">
                  <c:v>225.73058289</c:v>
                </c:pt>
                <c:pt idx="18">
                  <c:v>225.98844498</c:v>
                </c:pt>
                <c:pt idx="19">
                  <c:v>226.228665991</c:v>
                </c:pt>
                <c:pt idx="20">
                  <c:v>226.454153319</c:v>
                </c:pt>
                <c:pt idx="21">
                  <c:v>226.666106236</c:v>
                </c:pt>
                <c:pt idx="22">
                  <c:v>226.865135456</c:v>
                </c:pt>
                <c:pt idx="23">
                  <c:v>227.05197171</c:v>
                </c:pt>
                <c:pt idx="24">
                  <c:v>227.227312438</c:v>
                </c:pt>
                <c:pt idx="25">
                  <c:v>227.391531244</c:v>
                </c:pt>
                <c:pt idx="26">
                  <c:v>227.54515495</c:v>
                </c:pt>
                <c:pt idx="27">
                  <c:v>227.689121284</c:v>
                </c:pt>
                <c:pt idx="28">
                  <c:v>227.824266048</c:v>
                </c:pt>
                <c:pt idx="29">
                  <c:v>227.951439018</c:v>
                </c:pt>
                <c:pt idx="30">
                  <c:v>228.071825466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Id (A/m)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Vg = 8 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Sentaurus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1.04442953511E-12</c:v>
                </c:pt>
                <c:pt idx="1">
                  <c:v>120.948690896</c:v>
                </c:pt>
                <c:pt idx="2">
                  <c:v>187.98839615</c:v>
                </c:pt>
                <c:pt idx="3">
                  <c:v>227.155151227</c:v>
                </c:pt>
                <c:pt idx="4">
                  <c:v>254.50957446</c:v>
                </c:pt>
                <c:pt idx="5">
                  <c:v>275.690218103</c:v>
                </c:pt>
                <c:pt idx="6">
                  <c:v>292.978319434</c:v>
                </c:pt>
                <c:pt idx="7">
                  <c:v>307.561730866</c:v>
                </c:pt>
                <c:pt idx="8">
                  <c:v>320.107769755</c:v>
                </c:pt>
                <c:pt idx="9">
                  <c:v>331.060224855</c:v>
                </c:pt>
                <c:pt idx="10">
                  <c:v>340.733458047</c:v>
                </c:pt>
                <c:pt idx="11">
                  <c:v>349.360246281</c:v>
                </c:pt>
                <c:pt idx="12">
                  <c:v>357.087195325</c:v>
                </c:pt>
                <c:pt idx="13">
                  <c:v>364.053431357</c:v>
                </c:pt>
                <c:pt idx="14">
                  <c:v>370.343596705</c:v>
                </c:pt>
                <c:pt idx="15">
                  <c:v>376.026996996</c:v>
                </c:pt>
                <c:pt idx="16">
                  <c:v>381.169721879</c:v>
                </c:pt>
                <c:pt idx="17">
                  <c:v>385.82595618</c:v>
                </c:pt>
                <c:pt idx="18">
                  <c:v>390.049804218</c:v>
                </c:pt>
                <c:pt idx="19">
                  <c:v>393.903135971</c:v>
                </c:pt>
                <c:pt idx="20">
                  <c:v>397.406549079</c:v>
                </c:pt>
                <c:pt idx="21">
                  <c:v>400.574085371</c:v>
                </c:pt>
                <c:pt idx="22">
                  <c:v>403.4447377</c:v>
                </c:pt>
                <c:pt idx="23">
                  <c:v>406.063599688</c:v>
                </c:pt>
                <c:pt idx="24">
                  <c:v>408.443885045</c:v>
                </c:pt>
                <c:pt idx="25">
                  <c:v>410.606743142</c:v>
                </c:pt>
                <c:pt idx="26">
                  <c:v>412.587968667</c:v>
                </c:pt>
                <c:pt idx="27">
                  <c:v>414.403349678</c:v>
                </c:pt>
                <c:pt idx="28">
                  <c:v>416.067164949</c:v>
                </c:pt>
                <c:pt idx="29">
                  <c:v>417.603164956</c:v>
                </c:pt>
                <c:pt idx="30">
                  <c:v>419.02779057</c:v>
                </c:pt>
              </c:numCache>
            </c:numRef>
          </c:yVal>
        </c:ser>
        <c:ser>
          <c:idx val="1"/>
          <c:order val="1"/>
          <c:tx>
            <c:v>Vela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0</c:v>
                </c:pt>
                <c:pt idx="1">
                  <c:v>122.210041178</c:v>
                </c:pt>
                <c:pt idx="2">
                  <c:v>190.511087148</c:v>
                </c:pt>
                <c:pt idx="3">
                  <c:v>230.623026203</c:v>
                </c:pt>
                <c:pt idx="4">
                  <c:v>258.597290007</c:v>
                </c:pt>
                <c:pt idx="5">
                  <c:v>280.17041407</c:v>
                </c:pt>
                <c:pt idx="6">
                  <c:v>297.709399479</c:v>
                </c:pt>
                <c:pt idx="7">
                  <c:v>312.458220255</c:v>
                </c:pt>
                <c:pt idx="8">
                  <c:v>325.115390995</c:v>
                </c:pt>
                <c:pt idx="9">
                  <c:v>336.143623983</c:v>
                </c:pt>
                <c:pt idx="10">
                  <c:v>345.872667506</c:v>
                </c:pt>
                <c:pt idx="11">
                  <c:v>354.534580535</c:v>
                </c:pt>
                <c:pt idx="12">
                  <c:v>362.29002452</c:v>
                </c:pt>
                <c:pt idx="13">
                  <c:v>369.254186513</c:v>
                </c:pt>
                <c:pt idx="14">
                  <c:v>375.520726361</c:v>
                </c:pt>
                <c:pt idx="15">
                  <c:v>381.174012743</c:v>
                </c:pt>
                <c:pt idx="16">
                  <c:v>386.281630736</c:v>
                </c:pt>
                <c:pt idx="17">
                  <c:v>390.903536063</c:v>
                </c:pt>
                <c:pt idx="18">
                  <c:v>395.098107725</c:v>
                </c:pt>
                <c:pt idx="19">
                  <c:v>398.908583172</c:v>
                </c:pt>
                <c:pt idx="20">
                  <c:v>402.365660449</c:v>
                </c:pt>
                <c:pt idx="21">
                  <c:v>405.491974449</c:v>
                </c:pt>
                <c:pt idx="22">
                  <c:v>408.315169811</c:v>
                </c:pt>
                <c:pt idx="23">
                  <c:v>410.873665818</c:v>
                </c:pt>
                <c:pt idx="24">
                  <c:v>413.208812256</c:v>
                </c:pt>
                <c:pt idx="25">
                  <c:v>415.333445768</c:v>
                </c:pt>
                <c:pt idx="26">
                  <c:v>417.268343389</c:v>
                </c:pt>
                <c:pt idx="27">
                  <c:v>419.049542825</c:v>
                </c:pt>
                <c:pt idx="28">
                  <c:v>420.695205163</c:v>
                </c:pt>
                <c:pt idx="29">
                  <c:v>422.212536016</c:v>
                </c:pt>
                <c:pt idx="30">
                  <c:v>423.617886204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Id (A/m)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Vg = 4 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Sentaurus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8.72893203777E-14</c:v>
                </c:pt>
                <c:pt idx="1">
                  <c:v>55.2556861092</c:v>
                </c:pt>
                <c:pt idx="2">
                  <c:v>90.4828814188</c:v>
                </c:pt>
                <c:pt idx="3">
                  <c:v>111.35096387</c:v>
                </c:pt>
                <c:pt idx="4">
                  <c:v>123.4302546</c:v>
                </c:pt>
                <c:pt idx="5">
                  <c:v>129.772368599</c:v>
                </c:pt>
                <c:pt idx="6">
                  <c:v>132.816673503</c:v>
                </c:pt>
                <c:pt idx="7">
                  <c:v>134.330049832</c:v>
                </c:pt>
                <c:pt idx="8">
                  <c:v>135.242497419</c:v>
                </c:pt>
                <c:pt idx="9">
                  <c:v>135.900476617</c:v>
                </c:pt>
                <c:pt idx="10">
                  <c:v>136.429110192</c:v>
                </c:pt>
                <c:pt idx="11">
                  <c:v>136.889703152</c:v>
                </c:pt>
                <c:pt idx="12">
                  <c:v>137.303427001</c:v>
                </c:pt>
                <c:pt idx="13">
                  <c:v>137.67707897</c:v>
                </c:pt>
                <c:pt idx="14">
                  <c:v>138.014743357</c:v>
                </c:pt>
                <c:pt idx="15">
                  <c:v>138.320389145</c:v>
                </c:pt>
                <c:pt idx="16">
                  <c:v>138.601327227</c:v>
                </c:pt>
                <c:pt idx="17">
                  <c:v>138.860602331</c:v>
                </c:pt>
                <c:pt idx="18">
                  <c:v>139.100685434</c:v>
                </c:pt>
                <c:pt idx="19">
                  <c:v>139.325025892</c:v>
                </c:pt>
                <c:pt idx="20">
                  <c:v>139.535779748</c:v>
                </c:pt>
                <c:pt idx="21">
                  <c:v>139.734284832</c:v>
                </c:pt>
                <c:pt idx="22">
                  <c:v>139.922125495</c:v>
                </c:pt>
                <c:pt idx="23">
                  <c:v>140.099803706</c:v>
                </c:pt>
                <c:pt idx="24">
                  <c:v>140.267780337</c:v>
                </c:pt>
                <c:pt idx="25">
                  <c:v>140.426495742</c:v>
                </c:pt>
                <c:pt idx="26">
                  <c:v>140.57641474</c:v>
                </c:pt>
                <c:pt idx="27">
                  <c:v>140.718499255</c:v>
                </c:pt>
                <c:pt idx="28">
                  <c:v>140.853880865</c:v>
                </c:pt>
                <c:pt idx="29">
                  <c:v>140.98332271</c:v>
                </c:pt>
                <c:pt idx="30">
                  <c:v>141.106619596</c:v>
                </c:pt>
              </c:numCache>
            </c:numRef>
          </c:yVal>
        </c:ser>
        <c:ser>
          <c:idx val="1"/>
          <c:order val="1"/>
          <c:tx>
            <c:v>Vela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0</c:v>
                </c:pt>
                <c:pt idx="1">
                  <c:v>55.8869923572</c:v>
                </c:pt>
                <c:pt idx="2">
                  <c:v>91.7482873605</c:v>
                </c:pt>
                <c:pt idx="3">
                  <c:v>113.130815595</c:v>
                </c:pt>
                <c:pt idx="4">
                  <c:v>125.580329125</c:v>
                </c:pt>
                <c:pt idx="5">
                  <c:v>132.164630657</c:v>
                </c:pt>
                <c:pt idx="6">
                  <c:v>135.313847612</c:v>
                </c:pt>
                <c:pt idx="7">
                  <c:v>136.859739291</c:v>
                </c:pt>
                <c:pt idx="8">
                  <c:v>137.777848774</c:v>
                </c:pt>
                <c:pt idx="9">
                  <c:v>138.435201161</c:v>
                </c:pt>
                <c:pt idx="10">
                  <c:v>138.95981363</c:v>
                </c:pt>
                <c:pt idx="11">
                  <c:v>139.413070866</c:v>
                </c:pt>
                <c:pt idx="12">
                  <c:v>139.819556228</c:v>
                </c:pt>
                <c:pt idx="13">
                  <c:v>140.194368</c:v>
                </c:pt>
                <c:pt idx="14">
                  <c:v>140.540279132</c:v>
                </c:pt>
                <c:pt idx="15">
                  <c:v>140.856374543</c:v>
                </c:pt>
                <c:pt idx="16">
                  <c:v>141.14752312</c:v>
                </c:pt>
                <c:pt idx="17">
                  <c:v>141.416621901</c:v>
                </c:pt>
                <c:pt idx="18">
                  <c:v>141.666877016</c:v>
                </c:pt>
                <c:pt idx="19">
                  <c:v>141.901612594</c:v>
                </c:pt>
                <c:pt idx="20">
                  <c:v>142.122514924</c:v>
                </c:pt>
                <c:pt idx="21">
                  <c:v>142.330522056</c:v>
                </c:pt>
                <c:pt idx="22">
                  <c:v>142.52738817</c:v>
                </c:pt>
                <c:pt idx="23">
                  <c:v>142.713688421</c:v>
                </c:pt>
                <c:pt idx="24">
                  <c:v>142.890422165</c:v>
                </c:pt>
                <c:pt idx="25">
                  <c:v>143.057705179</c:v>
                </c:pt>
                <c:pt idx="26">
                  <c:v>143.216101271</c:v>
                </c:pt>
                <c:pt idx="27">
                  <c:v>143.36614573</c:v>
                </c:pt>
                <c:pt idx="28">
                  <c:v>143.508622615</c:v>
                </c:pt>
                <c:pt idx="29">
                  <c:v>143.645021183</c:v>
                </c:pt>
                <c:pt idx="30">
                  <c:v>143.776020293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Id (A/m)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Vg = 8 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Sentaurus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1.06806148873E-13</c:v>
                </c:pt>
                <c:pt idx="1">
                  <c:v>72.4144381133</c:v>
                </c:pt>
                <c:pt idx="2">
                  <c:v>124.524570381</c:v>
                </c:pt>
                <c:pt idx="3">
                  <c:v>161.138462108</c:v>
                </c:pt>
                <c:pt idx="4">
                  <c:v>188.058507098</c:v>
                </c:pt>
                <c:pt idx="5">
                  <c:v>209.127610762</c:v>
                </c:pt>
                <c:pt idx="6">
                  <c:v>226.345931237</c:v>
                </c:pt>
                <c:pt idx="7">
                  <c:v>240.800439222</c:v>
                </c:pt>
                <c:pt idx="8">
                  <c:v>253.176361948</c:v>
                </c:pt>
                <c:pt idx="9">
                  <c:v>263.915111893</c:v>
                </c:pt>
                <c:pt idx="10">
                  <c:v>273.398568534</c:v>
                </c:pt>
                <c:pt idx="11">
                  <c:v>281.850408352</c:v>
                </c:pt>
                <c:pt idx="12">
                  <c:v>289.407729086</c:v>
                </c:pt>
                <c:pt idx="13">
                  <c:v>296.213183653</c:v>
                </c:pt>
                <c:pt idx="14">
                  <c:v>302.35442923</c:v>
                </c:pt>
                <c:pt idx="15">
                  <c:v>307.907655629</c:v>
                </c:pt>
                <c:pt idx="16">
                  <c:v>312.941637458</c:v>
                </c:pt>
                <c:pt idx="17">
                  <c:v>317.518635275</c:v>
                </c:pt>
                <c:pt idx="18">
                  <c:v>321.698019539</c:v>
                </c:pt>
                <c:pt idx="19">
                  <c:v>325.525848723</c:v>
                </c:pt>
                <c:pt idx="20">
                  <c:v>329.027528176</c:v>
                </c:pt>
                <c:pt idx="21">
                  <c:v>332.227049674</c:v>
                </c:pt>
                <c:pt idx="22">
                  <c:v>335.151105723</c:v>
                </c:pt>
                <c:pt idx="23">
                  <c:v>337.839995137</c:v>
                </c:pt>
                <c:pt idx="24">
                  <c:v>340.307409453</c:v>
                </c:pt>
                <c:pt idx="25">
                  <c:v>342.577346929</c:v>
                </c:pt>
                <c:pt idx="26">
                  <c:v>344.6744232</c:v>
                </c:pt>
                <c:pt idx="27">
                  <c:v>346.605193677</c:v>
                </c:pt>
                <c:pt idx="28">
                  <c:v>348.380608348</c:v>
                </c:pt>
                <c:pt idx="29">
                  <c:v>350.013020403</c:v>
                </c:pt>
                <c:pt idx="30">
                  <c:v>351.519595888</c:v>
                </c:pt>
              </c:numCache>
            </c:numRef>
          </c:yVal>
        </c:ser>
        <c:ser>
          <c:idx val="1"/>
          <c:order val="1"/>
          <c:tx>
            <c:v>Vela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1.33333333333</c:v>
                </c:pt>
                <c:pt idx="2">
                  <c:v>2.66666666667</c:v>
                </c:pt>
                <c:pt idx="3">
                  <c:v>4</c:v>
                </c:pt>
                <c:pt idx="4">
                  <c:v>5.33333333333</c:v>
                </c:pt>
                <c:pt idx="5">
                  <c:v>6.66666666667</c:v>
                </c:pt>
                <c:pt idx="6">
                  <c:v>8</c:v>
                </c:pt>
                <c:pt idx="7">
                  <c:v>9.33333333333</c:v>
                </c:pt>
                <c:pt idx="8">
                  <c:v>10.6666666667</c:v>
                </c:pt>
                <c:pt idx="9">
                  <c:v>12</c:v>
                </c:pt>
                <c:pt idx="10">
                  <c:v>13.3333333333</c:v>
                </c:pt>
                <c:pt idx="11">
                  <c:v>14.6666666667</c:v>
                </c:pt>
                <c:pt idx="12">
                  <c:v>16</c:v>
                </c:pt>
                <c:pt idx="13">
                  <c:v>17.3333333333</c:v>
                </c:pt>
                <c:pt idx="14">
                  <c:v>18.6666666667</c:v>
                </c:pt>
                <c:pt idx="15">
                  <c:v>20</c:v>
                </c:pt>
                <c:pt idx="16">
                  <c:v>21.3333333333</c:v>
                </c:pt>
                <c:pt idx="17">
                  <c:v>22.6666666667</c:v>
                </c:pt>
                <c:pt idx="18">
                  <c:v>24</c:v>
                </c:pt>
                <c:pt idx="19">
                  <c:v>25.3333333333</c:v>
                </c:pt>
                <c:pt idx="20">
                  <c:v>26.6666666667</c:v>
                </c:pt>
                <c:pt idx="21">
                  <c:v>28</c:v>
                </c:pt>
                <c:pt idx="22">
                  <c:v>29.3333333333</c:v>
                </c:pt>
                <c:pt idx="23">
                  <c:v>30.6666666667</c:v>
                </c:pt>
                <c:pt idx="24">
                  <c:v>32</c:v>
                </c:pt>
                <c:pt idx="25">
                  <c:v>33.3333333333</c:v>
                </c:pt>
                <c:pt idx="26">
                  <c:v>34.6666666667</c:v>
                </c:pt>
                <c:pt idx="27">
                  <c:v>36</c:v>
                </c:pt>
                <c:pt idx="28">
                  <c:v>37.3333333333</c:v>
                </c:pt>
                <c:pt idx="29">
                  <c:v>38.6666666667</c:v>
                </c:pt>
                <c:pt idx="30">
                  <c:v>40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0</c:v>
                </c:pt>
                <c:pt idx="1">
                  <c:v>73.1541045637</c:v>
                </c:pt>
                <c:pt idx="2">
                  <c:v>126.061386053</c:v>
                </c:pt>
                <c:pt idx="3">
                  <c:v>163.425632403</c:v>
                </c:pt>
                <c:pt idx="4">
                  <c:v>191.017828673</c:v>
                </c:pt>
                <c:pt idx="5">
                  <c:v>212.635807662</c:v>
                </c:pt>
                <c:pt idx="6">
                  <c:v>230.273035034</c:v>
                </c:pt>
                <c:pt idx="7">
                  <c:v>245.062931728</c:v>
                </c:pt>
                <c:pt idx="8">
                  <c:v>257.704762071</c:v>
                </c:pt>
                <c:pt idx="9">
                  <c:v>268.661929047</c:v>
                </c:pt>
                <c:pt idx="10">
                  <c:v>278.323972187</c:v>
                </c:pt>
                <c:pt idx="11">
                  <c:v>286.916220736</c:v>
                </c:pt>
                <c:pt idx="12">
                  <c:v>294.602721444</c:v>
                </c:pt>
                <c:pt idx="13">
                  <c:v>301.505025262</c:v>
                </c:pt>
                <c:pt idx="14">
                  <c:v>307.720325557</c:v>
                </c:pt>
                <c:pt idx="15">
                  <c:v>313.333494972</c:v>
                </c:pt>
                <c:pt idx="16">
                  <c:v>318.418755368</c:v>
                </c:pt>
                <c:pt idx="17">
                  <c:v>323.044573461</c:v>
                </c:pt>
                <c:pt idx="18">
                  <c:v>327.260565945</c:v>
                </c:pt>
                <c:pt idx="19">
                  <c:v>331.103534696</c:v>
                </c:pt>
                <c:pt idx="20">
                  <c:v>334.613864112</c:v>
                </c:pt>
                <c:pt idx="21">
                  <c:v>337.818735238</c:v>
                </c:pt>
                <c:pt idx="22">
                  <c:v>340.742586541</c:v>
                </c:pt>
                <c:pt idx="23">
                  <c:v>343.424271823</c:v>
                </c:pt>
                <c:pt idx="24">
                  <c:v>345.896546061</c:v>
                </c:pt>
                <c:pt idx="25">
                  <c:v>348.162276596</c:v>
                </c:pt>
                <c:pt idx="26">
                  <c:v>350.245762806</c:v>
                </c:pt>
                <c:pt idx="27">
                  <c:v>352.168949138</c:v>
                </c:pt>
                <c:pt idx="28">
                  <c:v>353.935111265</c:v>
                </c:pt>
                <c:pt idx="29">
                  <c:v>355.558135561</c:v>
                </c:pt>
                <c:pt idx="30">
                  <c:v>357.05575125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Id (A/m)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线性电流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Sentaurus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0.166666666667</c:v>
                </c:pt>
                <c:pt idx="2">
                  <c:v>0.333333333333</c:v>
                </c:pt>
                <c:pt idx="3">
                  <c:v>0.5</c:v>
                </c:pt>
                <c:pt idx="4">
                  <c:v>0.666666666667</c:v>
                </c:pt>
                <c:pt idx="5">
                  <c:v>0.833333333333</c:v>
                </c:pt>
                <c:pt idx="6">
                  <c:v>1</c:v>
                </c:pt>
                <c:pt idx="7">
                  <c:v>1.16666666667</c:v>
                </c:pt>
                <c:pt idx="8">
                  <c:v>1.33333333333</c:v>
                </c:pt>
                <c:pt idx="9">
                  <c:v>1.5</c:v>
                </c:pt>
                <c:pt idx="10">
                  <c:v>1.66666666667</c:v>
                </c:pt>
                <c:pt idx="11">
                  <c:v>1.83333333333</c:v>
                </c:pt>
                <c:pt idx="12">
                  <c:v>2</c:v>
                </c:pt>
                <c:pt idx="13">
                  <c:v>2.16666666667</c:v>
                </c:pt>
                <c:pt idx="14">
                  <c:v>2.33333333333</c:v>
                </c:pt>
                <c:pt idx="15">
                  <c:v>2.5</c:v>
                </c:pt>
                <c:pt idx="16">
                  <c:v>2.66666666667</c:v>
                </c:pt>
                <c:pt idx="17">
                  <c:v>2.83333333333</c:v>
                </c:pt>
                <c:pt idx="18">
                  <c:v>3</c:v>
                </c:pt>
                <c:pt idx="19">
                  <c:v>3.16666666667</c:v>
                </c:pt>
                <c:pt idx="20">
                  <c:v>3.33333333333</c:v>
                </c:pt>
                <c:pt idx="21">
                  <c:v>3.5</c:v>
                </c:pt>
                <c:pt idx="22">
                  <c:v>3.66666666667</c:v>
                </c:pt>
                <c:pt idx="23">
                  <c:v>3.83333333333</c:v>
                </c:pt>
                <c:pt idx="24">
                  <c:v>4</c:v>
                </c:pt>
                <c:pt idx="25">
                  <c:v>4.16666666667</c:v>
                </c:pt>
                <c:pt idx="26">
                  <c:v>4.33333333333</c:v>
                </c:pt>
                <c:pt idx="27">
                  <c:v>4.5</c:v>
                </c:pt>
                <c:pt idx="28">
                  <c:v>4.66666666667</c:v>
                </c:pt>
                <c:pt idx="29">
                  <c:v>4.83333333333</c:v>
                </c:pt>
                <c:pt idx="30">
                  <c:v>5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3.29679394772E-09</c:v>
                </c:pt>
                <c:pt idx="1">
                  <c:v>6.77043094456E-08</c:v>
                </c:pt>
                <c:pt idx="2">
                  <c:v>1.8607347784E-06</c:v>
                </c:pt>
                <c:pt idx="3">
                  <c:v>6.46224808522E-05</c:v>
                </c:pt>
                <c:pt idx="4">
                  <c:v>0.00261661882981</c:v>
                </c:pt>
                <c:pt idx="5">
                  <c:v>0.0988946978768</c:v>
                </c:pt>
                <c:pt idx="6">
                  <c:v>1.25415516283</c:v>
                </c:pt>
                <c:pt idx="7">
                  <c:v>2.82791611008</c:v>
                </c:pt>
                <c:pt idx="8">
                  <c:v>3.87993861308</c:v>
                </c:pt>
                <c:pt idx="9">
                  <c:v>4.65506098771</c:v>
                </c:pt>
                <c:pt idx="10">
                  <c:v>5.27037539455</c:v>
                </c:pt>
                <c:pt idx="11">
                  <c:v>5.78071344669</c:v>
                </c:pt>
                <c:pt idx="12">
                  <c:v>6.2162965382</c:v>
                </c:pt>
                <c:pt idx="13">
                  <c:v>6.595740045</c:v>
                </c:pt>
                <c:pt idx="14">
                  <c:v>6.93141401034</c:v>
                </c:pt>
                <c:pt idx="15">
                  <c:v>7.23199700635</c:v>
                </c:pt>
                <c:pt idx="16">
                  <c:v>7.50383009154</c:v>
                </c:pt>
                <c:pt idx="17">
                  <c:v>7.75169473231</c:v>
                </c:pt>
                <c:pt idx="18">
                  <c:v>7.97928838018</c:v>
                </c:pt>
                <c:pt idx="19">
                  <c:v>8.18952989681</c:v>
                </c:pt>
                <c:pt idx="20">
                  <c:v>8.3847636538</c:v>
                </c:pt>
                <c:pt idx="21">
                  <c:v>8.566900482</c:v>
                </c:pt>
                <c:pt idx="22">
                  <c:v>8.73751772504</c:v>
                </c:pt>
                <c:pt idx="23">
                  <c:v>8.89793194567</c:v>
                </c:pt>
                <c:pt idx="24">
                  <c:v>9.04925283586</c:v>
                </c:pt>
                <c:pt idx="25">
                  <c:v>9.1924238994</c:v>
                </c:pt>
                <c:pt idx="26">
                  <c:v>9.32825362985</c:v>
                </c:pt>
                <c:pt idx="27">
                  <c:v>9.45743973277</c:v>
                </c:pt>
                <c:pt idx="28">
                  <c:v>9.5805881782</c:v>
                </c:pt>
                <c:pt idx="29">
                  <c:v>9.6982283509</c:v>
                </c:pt>
                <c:pt idx="30">
                  <c:v>9.81082521886</c:v>
                </c:pt>
              </c:numCache>
            </c:numRef>
          </c:yVal>
        </c:ser>
        <c:ser>
          <c:idx val="1"/>
          <c:order val="1"/>
          <c:tx>
            <c:v>Vela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0.166666666667</c:v>
                </c:pt>
                <c:pt idx="2">
                  <c:v>0.333333333333</c:v>
                </c:pt>
                <c:pt idx="3">
                  <c:v>0.5</c:v>
                </c:pt>
                <c:pt idx="4">
                  <c:v>0.666666666667</c:v>
                </c:pt>
                <c:pt idx="5">
                  <c:v>0.833333333333</c:v>
                </c:pt>
                <c:pt idx="6">
                  <c:v>1</c:v>
                </c:pt>
                <c:pt idx="7">
                  <c:v>1.16666666667</c:v>
                </c:pt>
                <c:pt idx="8">
                  <c:v>1.33333333333</c:v>
                </c:pt>
                <c:pt idx="9">
                  <c:v>1.5</c:v>
                </c:pt>
                <c:pt idx="10">
                  <c:v>1.66666666667</c:v>
                </c:pt>
                <c:pt idx="11">
                  <c:v>1.83333333333</c:v>
                </c:pt>
                <c:pt idx="12">
                  <c:v>2</c:v>
                </c:pt>
                <c:pt idx="13">
                  <c:v>2.16666666667</c:v>
                </c:pt>
                <c:pt idx="14">
                  <c:v>2.33333333333</c:v>
                </c:pt>
                <c:pt idx="15">
                  <c:v>2.5</c:v>
                </c:pt>
                <c:pt idx="16">
                  <c:v>2.66666666667</c:v>
                </c:pt>
                <c:pt idx="17">
                  <c:v>2.83333333333</c:v>
                </c:pt>
                <c:pt idx="18">
                  <c:v>3</c:v>
                </c:pt>
                <c:pt idx="19">
                  <c:v>3.16666666667</c:v>
                </c:pt>
                <c:pt idx="20">
                  <c:v>3.33333333333</c:v>
                </c:pt>
                <c:pt idx="21">
                  <c:v>3.5</c:v>
                </c:pt>
                <c:pt idx="22">
                  <c:v>3.66666666667</c:v>
                </c:pt>
                <c:pt idx="23">
                  <c:v>3.83333333333</c:v>
                </c:pt>
                <c:pt idx="24">
                  <c:v>4</c:v>
                </c:pt>
                <c:pt idx="25">
                  <c:v>4.16666666667</c:v>
                </c:pt>
                <c:pt idx="26">
                  <c:v>4.33333333333</c:v>
                </c:pt>
                <c:pt idx="27">
                  <c:v>4.5</c:v>
                </c:pt>
                <c:pt idx="28">
                  <c:v>4.66666666667</c:v>
                </c:pt>
                <c:pt idx="29">
                  <c:v>4.83333333333</c:v>
                </c:pt>
                <c:pt idx="30">
                  <c:v>5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3.68469983392E-09</c:v>
                </c:pt>
                <c:pt idx="1">
                  <c:v>7.97148988608E-08</c:v>
                </c:pt>
                <c:pt idx="2">
                  <c:v>2.30105271213E-06</c:v>
                </c:pt>
                <c:pt idx="3">
                  <c:v>8.27480755219E-05</c:v>
                </c:pt>
                <c:pt idx="4">
                  <c:v>0.00334842880094</c:v>
                </c:pt>
                <c:pt idx="5">
                  <c:v>0.121552582219</c:v>
                </c:pt>
                <c:pt idx="6">
                  <c:v>1.37171179062</c:v>
                </c:pt>
                <c:pt idx="7">
                  <c:v>2.92013387762</c:v>
                </c:pt>
                <c:pt idx="8">
                  <c:v>3.955774162</c:v>
                </c:pt>
                <c:pt idx="9">
                  <c:v>4.72408809435</c:v>
                </c:pt>
                <c:pt idx="10">
                  <c:v>5.33649453644</c:v>
                </c:pt>
                <c:pt idx="11">
                  <c:v>5.84570563919</c:v>
                </c:pt>
                <c:pt idx="12">
                  <c:v>6.28105554431</c:v>
                </c:pt>
                <c:pt idx="13">
                  <c:v>6.66074457869</c:v>
                </c:pt>
                <c:pt idx="14">
                  <c:v>6.99693217303</c:v>
                </c:pt>
                <c:pt idx="15">
                  <c:v>7.2981834356</c:v>
                </c:pt>
                <c:pt idx="16">
                  <c:v>7.57077547991</c:v>
                </c:pt>
                <c:pt idx="17">
                  <c:v>7.81945245558</c:v>
                </c:pt>
                <c:pt idx="18">
                  <c:v>8.0478894458</c:v>
                </c:pt>
                <c:pt idx="19">
                  <c:v>8.25899161221</c:v>
                </c:pt>
                <c:pt idx="20">
                  <c:v>8.45509479557</c:v>
                </c:pt>
                <c:pt idx="21">
                  <c:v>8.63810444572</c:v>
                </c:pt>
                <c:pt idx="22">
                  <c:v>8.80959447947</c:v>
                </c:pt>
                <c:pt idx="23">
                  <c:v>8.970879263</c:v>
                </c:pt>
                <c:pt idx="24">
                  <c:v>9.12306707561</c:v>
                </c:pt>
                <c:pt idx="25">
                  <c:v>9.26710051175</c:v>
                </c:pt>
                <c:pt idx="26">
                  <c:v>9.4037874806</c:v>
                </c:pt>
                <c:pt idx="27">
                  <c:v>9.53382531509</c:v>
                </c:pt>
                <c:pt idx="28">
                  <c:v>9.65781974983</c:v>
                </c:pt>
                <c:pt idx="29">
                  <c:v>9.77630002366</c:v>
                </c:pt>
                <c:pt idx="30">
                  <c:v>9.88973101729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Id (A/m)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Vg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对数电流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Sentaurus</c:v>
          </c:tx>
          <c:spPr>
            <a:solidFill xmlns:a="http://schemas.openxmlformats.org/drawingml/2006/main">
              <a:srgbClr val="3357B8"/>
            </a:solidFill>
            <a:ln xmlns:a="http://schemas.openxmlformats.org/drawingml/2006/main" w="23813">
              <a:solidFill>
                <a:srgbClr val="3357B8"/>
              </a:solidFill>
              <a:prstDash val="solid"/>
            </a:ln>
          </c:spPr>
          <c:marker>
            <c:symbol val="none"/>
            <c:size val="5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0.166666666667</c:v>
                </c:pt>
                <c:pt idx="2">
                  <c:v>0.333333333333</c:v>
                </c:pt>
                <c:pt idx="3">
                  <c:v>0.5</c:v>
                </c:pt>
                <c:pt idx="4">
                  <c:v>0.666666666667</c:v>
                </c:pt>
                <c:pt idx="5">
                  <c:v>0.833333333333</c:v>
                </c:pt>
                <c:pt idx="6">
                  <c:v>1</c:v>
                </c:pt>
                <c:pt idx="7">
                  <c:v>1.16666666667</c:v>
                </c:pt>
                <c:pt idx="8">
                  <c:v>1.33333333333</c:v>
                </c:pt>
                <c:pt idx="9">
                  <c:v>1.5</c:v>
                </c:pt>
                <c:pt idx="10">
                  <c:v>1.66666666667</c:v>
                </c:pt>
                <c:pt idx="11">
                  <c:v>1.83333333333</c:v>
                </c:pt>
                <c:pt idx="12">
                  <c:v>2</c:v>
                </c:pt>
                <c:pt idx="13">
                  <c:v>2.16666666667</c:v>
                </c:pt>
                <c:pt idx="14">
                  <c:v>2.33333333333</c:v>
                </c:pt>
                <c:pt idx="15">
                  <c:v>2.5</c:v>
                </c:pt>
                <c:pt idx="16">
                  <c:v>2.66666666667</c:v>
                </c:pt>
                <c:pt idx="17">
                  <c:v>2.83333333333</c:v>
                </c:pt>
                <c:pt idx="18">
                  <c:v>3</c:v>
                </c:pt>
                <c:pt idx="19">
                  <c:v>3.16666666667</c:v>
                </c:pt>
                <c:pt idx="20">
                  <c:v>3.33333333333</c:v>
                </c:pt>
                <c:pt idx="21">
                  <c:v>3.5</c:v>
                </c:pt>
                <c:pt idx="22">
                  <c:v>3.66666666667</c:v>
                </c:pt>
                <c:pt idx="23">
                  <c:v>3.83333333333</c:v>
                </c:pt>
                <c:pt idx="24">
                  <c:v>4</c:v>
                </c:pt>
                <c:pt idx="25">
                  <c:v>4.16666666667</c:v>
                </c:pt>
                <c:pt idx="26">
                  <c:v>4.33333333333</c:v>
                </c:pt>
                <c:pt idx="27">
                  <c:v>4.5</c:v>
                </c:pt>
                <c:pt idx="28">
                  <c:v>4.66666666667</c:v>
                </c:pt>
                <c:pt idx="29">
                  <c:v>4.83333333333</c:v>
                </c:pt>
                <c:pt idx="30">
                  <c:v>5</c:v>
                </c:pt>
              </c:numCache>
            </c:numRef>
          </c:xVal>
          <c:yVal>
            <c:numRef>
              <c:f>'Chart Data'!$B$2:$B$32</c:f>
              <c:numCache>
                <c:formatCode>0</c:formatCode>
                <c:ptCount val="31"/>
                <c:pt idx="0">
                  <c:v>-8.48190819576</c:v>
                </c:pt>
                <c:pt idx="1">
                  <c:v>-7.16938368717</c:v>
                </c:pt>
                <c:pt idx="2">
                  <c:v>-5.73031552503</c:v>
                </c:pt>
                <c:pt idx="3">
                  <c:v>-4.18961637347</c:v>
                </c:pt>
                <c:pt idx="4">
                  <c:v>-2.58225953765</c:v>
                </c:pt>
                <c:pt idx="5">
                  <c:v>-1.00482699197</c:v>
                </c:pt>
                <c:pt idx="6">
                  <c:v>0.0983512702989</c:v>
                </c:pt>
                <c:pt idx="7">
                  <c:v>0.451466522003</c:v>
                </c:pt>
                <c:pt idx="8">
                  <c:v>0.588824854406</c:v>
                </c:pt>
                <c:pt idx="9">
                  <c:v>0.667925375211</c:v>
                </c:pt>
                <c:pt idx="10">
                  <c:v>0.721841549933</c:v>
                </c:pt>
                <c:pt idx="11">
                  <c:v>0.76198144168</c:v>
                </c:pt>
                <c:pt idx="12">
                  <c:v>0.793531723591</c:v>
                </c:pt>
                <c:pt idx="13">
                  <c:v>0.819263530652</c:v>
                </c:pt>
                <c:pt idx="14">
                  <c:v>0.840821839842</c:v>
                </c:pt>
                <c:pt idx="15">
                  <c:v>0.859258237693</c:v>
                </c:pt>
                <c:pt idx="16">
                  <c:v>0.875282991796</c:v>
                </c:pt>
                <c:pt idx="17">
                  <c:v>0.889396661529</c:v>
                </c:pt>
                <c:pt idx="18">
                  <c:v>0.901964161233</c:v>
                </c:pt>
                <c:pt idx="19">
                  <c:v>0.91325897269</c:v>
                </c:pt>
                <c:pt idx="20">
                  <c:v>0.923490825404</c:v>
                </c:pt>
                <c:pt idx="21">
                  <c:v>0.932823721918</c:v>
                </c:pt>
                <c:pt idx="22">
                  <c:v>0.94138806977</c:v>
                </c:pt>
                <c:pt idx="23">
                  <c:v>0.949289079797</c:v>
                </c:pt>
                <c:pt idx="24">
                  <c:v>0.956612722558</c:v>
                </c:pt>
                <c:pt idx="25">
                  <c:v>0.963430043196</c:v>
                </c:pt>
                <c:pt idx="26">
                  <c:v>0.969800345793</c:v>
                </c:pt>
                <c:pt idx="27">
                  <c:v>0.975773582446</c:v>
                </c:pt>
                <c:pt idx="28">
                  <c:v>0.981392172409</c:v>
                </c:pt>
                <c:pt idx="29">
                  <c:v>0.986692405637</c:v>
                </c:pt>
                <c:pt idx="30">
                  <c:v>0.991705538769</c:v>
                </c:pt>
              </c:numCache>
            </c:numRef>
          </c:yVal>
        </c:ser>
        <c:ser>
          <c:idx val="1"/>
          <c:order val="1"/>
          <c:tx>
            <c:v>Vela</c:v>
          </c:tx>
          <c:spPr>
            <a:solidFill xmlns:a="http://schemas.openxmlformats.org/drawingml/2006/main">
              <a:srgbClr val="CC702D"/>
            </a:solidFill>
            <a:ln xmlns:a="http://schemas.openxmlformats.org/drawingml/2006/main" w="0">
              <a:solidFill>
                <a:srgbClr val="CC702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C702D"/>
              </a:solidFill>
            </c:spPr>
          </c:marker>
          <c:xVal>
            <c:numRef>
              <c:f>'Chart Data'!$C$2:$C$32</c:f>
              <c:numCache>
                <c:formatCode>General</c:formatCode>
                <c:ptCount val="31"/>
                <c:pt idx="0">
                  <c:v>0</c:v>
                </c:pt>
                <c:pt idx="1">
                  <c:v>0.166666666667</c:v>
                </c:pt>
                <c:pt idx="2">
                  <c:v>0.333333333333</c:v>
                </c:pt>
                <c:pt idx="3">
                  <c:v>0.5</c:v>
                </c:pt>
                <c:pt idx="4">
                  <c:v>0.666666666667</c:v>
                </c:pt>
                <c:pt idx="5">
                  <c:v>0.833333333333</c:v>
                </c:pt>
                <c:pt idx="6">
                  <c:v>1</c:v>
                </c:pt>
                <c:pt idx="7">
                  <c:v>1.16666666667</c:v>
                </c:pt>
                <c:pt idx="8">
                  <c:v>1.33333333333</c:v>
                </c:pt>
                <c:pt idx="9">
                  <c:v>1.5</c:v>
                </c:pt>
                <c:pt idx="10">
                  <c:v>1.66666666667</c:v>
                </c:pt>
                <c:pt idx="11">
                  <c:v>1.83333333333</c:v>
                </c:pt>
                <c:pt idx="12">
                  <c:v>2</c:v>
                </c:pt>
                <c:pt idx="13">
                  <c:v>2.16666666667</c:v>
                </c:pt>
                <c:pt idx="14">
                  <c:v>2.33333333333</c:v>
                </c:pt>
                <c:pt idx="15">
                  <c:v>2.5</c:v>
                </c:pt>
                <c:pt idx="16">
                  <c:v>2.66666666667</c:v>
                </c:pt>
                <c:pt idx="17">
                  <c:v>2.83333333333</c:v>
                </c:pt>
                <c:pt idx="18">
                  <c:v>3</c:v>
                </c:pt>
                <c:pt idx="19">
                  <c:v>3.16666666667</c:v>
                </c:pt>
                <c:pt idx="20">
                  <c:v>3.33333333333</c:v>
                </c:pt>
                <c:pt idx="21">
                  <c:v>3.5</c:v>
                </c:pt>
                <c:pt idx="22">
                  <c:v>3.66666666667</c:v>
                </c:pt>
                <c:pt idx="23">
                  <c:v>3.83333333333</c:v>
                </c:pt>
                <c:pt idx="24">
                  <c:v>4</c:v>
                </c:pt>
                <c:pt idx="25">
                  <c:v>4.16666666667</c:v>
                </c:pt>
                <c:pt idx="26">
                  <c:v>4.33333333333</c:v>
                </c:pt>
                <c:pt idx="27">
                  <c:v>4.5</c:v>
                </c:pt>
                <c:pt idx="28">
                  <c:v>4.66666666667</c:v>
                </c:pt>
                <c:pt idx="29">
                  <c:v>4.83333333333</c:v>
                </c:pt>
                <c:pt idx="30">
                  <c:v>5</c:v>
                </c:pt>
              </c:numCache>
            </c:numRef>
          </c:xVal>
          <c:yVal>
            <c:numRef>
              <c:f>'Chart Data'!$D$2:$D$32</c:f>
              <c:numCache>
                <c:formatCode>0</c:formatCode>
                <c:ptCount val="31"/>
                <c:pt idx="0">
                  <c:v>-8.43359788522</c:v>
                </c:pt>
                <c:pt idx="1">
                  <c:v>-7.09846050058</c:v>
                </c:pt>
                <c:pt idx="2">
                  <c:v>-5.63807343247</c:v>
                </c:pt>
                <c:pt idx="3">
                  <c:v>-4.08224209785</c:v>
                </c:pt>
                <c:pt idx="4">
                  <c:v>-2.47515893122</c:v>
                </c:pt>
                <c:pt idx="5">
                  <c:v>-0.915235810729</c:v>
                </c:pt>
                <c:pt idx="6">
                  <c:v>0.137262871655</c:v>
                </c:pt>
                <c:pt idx="7">
                  <c:v>0.465402762743</c:v>
                </c:pt>
                <c:pt idx="8">
                  <c:v>0.597231489448</c:v>
                </c:pt>
                <c:pt idx="9">
                  <c:v>0.6743179877</c:v>
                </c:pt>
                <c:pt idx="10">
                  <c:v>0.727256069127</c:v>
                </c:pt>
                <c:pt idx="11">
                  <c:v>0.766836942651</c:v>
                </c:pt>
                <c:pt idx="12">
                  <c:v>0.798032633952</c:v>
                </c:pt>
                <c:pt idx="13">
                  <c:v>0.823522779972</c:v>
                </c:pt>
                <c:pt idx="14">
                  <c:v>0.844907663962</c:v>
                </c:pt>
                <c:pt idx="15">
                  <c:v>0.863214774906</c:v>
                </c:pt>
                <c:pt idx="16">
                  <c:v>0.879140366871</c:v>
                </c:pt>
                <c:pt idx="17">
                  <c:v>0.893176343361</c:v>
                </c:pt>
                <c:pt idx="18">
                  <c:v>0.905682001831</c:v>
                </c:pt>
                <c:pt idx="19">
                  <c:v>0.916927025046</c:v>
                </c:pt>
                <c:pt idx="20">
                  <c:v>0.927118481119</c:v>
                </c:pt>
                <c:pt idx="21">
                  <c:v>0.936418450918</c:v>
                </c:pt>
                <c:pt idx="22">
                  <c:v>0.944955917563</c:v>
                </c:pt>
                <c:pt idx="23">
                  <c:v>0.952835011645</c:v>
                </c:pt>
                <c:pt idx="24">
                  <c:v>0.960140867943</c:v>
                </c:pt>
                <c:pt idx="25">
                  <c:v>0.966943873441</c:v>
                </c:pt>
                <c:pt idx="26">
                  <c:v>0.973302805795</c:v>
                </c:pt>
                <c:pt idx="27">
                  <c:v>0.97926719024</c:v>
                </c:pt>
                <c:pt idx="28">
                  <c:v>0.98487909562</c:v>
                </c:pt>
                <c:pt idx="29">
                  <c:v>0.990174521113</c:v>
                </c:pt>
                <c:pt idx="30">
                  <c:v>0.995184479737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log10[Id / (A/m)]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Vg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B3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R10</c:v>
          </c:tx>
          <c:spPr>
            <a:solidFill xmlns:a="http://schemas.openxmlformats.org/drawingml/2006/main">
              <a:srgbClr val="93A6D6"/>
            </a:solidFill>
          </c:spPr>
          <c:cat>
            <c:strRef>
              <c:f>'Chart Data'!$A$2:$A$5</c:f>
              <c:strCache>
                <c:ptCount val="4"/>
                <c:pt idx="0">
                  <c:v>4 V / 1</c:v>
                </c:pt>
                <c:pt idx="1">
                  <c:v>4 V / 2</c:v>
                </c:pt>
                <c:pt idx="2">
                  <c:v>8 V / 1</c:v>
                </c:pt>
                <c:pt idx="3">
                  <c:v>8 V / 2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406.755856552</c:v>
                </c:pt>
                <c:pt idx="1">
                  <c:v>398.582266313</c:v>
                </c:pt>
                <c:pt idx="2">
                  <c:v>381.249546233</c:v>
                </c:pt>
                <c:pt idx="3">
                  <c:v>354.99680679</c:v>
                </c:pt>
              </c:numCache>
            </c:numRef>
          </c:val>
        </c:ser>
        <c:ser>
          <c:idx val="1"/>
          <c:order val="1"/>
          <c:tx>
            <c:v>R11</c:v>
          </c:tx>
          <c:spPr>
            <a:solidFill xmlns:a="http://schemas.openxmlformats.org/drawingml/2006/main">
              <a:srgbClr val="3357B8"/>
            </a:solidFill>
          </c:spPr>
          <c:cat>
            <c:strRef>
              <c:f>'Chart Data'!$C$2:$C$5</c:f>
              <c:strCache>
                <c:ptCount val="4"/>
                <c:pt idx="0">
                  <c:v>4 V / 1</c:v>
                </c:pt>
                <c:pt idx="1">
                  <c:v>4 V / 2</c:v>
                </c:pt>
                <c:pt idx="2">
                  <c:v>8 V / 1</c:v>
                </c:pt>
                <c:pt idx="3">
                  <c:v>8 V / 2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358.39209875</c:v>
                </c:pt>
                <c:pt idx="1">
                  <c:v>365.654456498</c:v>
                </c:pt>
                <c:pt idx="2">
                  <c:v>334.519827604</c:v>
                </c:pt>
                <c:pt idx="3">
                  <c:v>331.019029929</c:v>
                </c:pt>
              </c:numCache>
            </c:numRef>
          </c:val>
        </c:ser>
        <c:ser>
          <c:idx val="2"/>
          <c:order val="2"/>
          <c:tx>
            <c:v>Sentaurus</c:v>
          </c:tx>
          <c:spPr>
            <a:solidFill xmlns:a="http://schemas.openxmlformats.org/drawingml/2006/main">
              <a:srgbClr val="CC702D"/>
            </a:solidFill>
          </c:spPr>
          <c:cat>
            <c:strRef>
              <c:f>'Chart Data'!$E$2:$E$5</c:f>
              <c:strCache>
                <c:ptCount val="4"/>
                <c:pt idx="0">
                  <c:v>4 V / 1</c:v>
                </c:pt>
                <c:pt idx="1">
                  <c:v>4 V / 2</c:v>
                </c:pt>
                <c:pt idx="2">
                  <c:v>8 V / 1</c:v>
                </c:pt>
                <c:pt idx="3">
                  <c:v>8 V / 2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467.02424279</c:v>
                </c:pt>
                <c:pt idx="1">
                  <c:v>436.621848881</c:v>
                </c:pt>
                <c:pt idx="2">
                  <c:v>444.755956796</c:v>
                </c:pt>
                <c:pt idx="3">
                  <c:v>434.890843099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端到端墙钟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R10</c:v>
          </c:tx>
          <c:spPr>
            <a:solidFill xmlns:a="http://schemas.openxmlformats.org/drawingml/2006/main">
              <a:srgbClr val="93A6D6"/>
            </a:solidFill>
          </c:spPr>
          <c:cat>
            <c:strRef>
              <c:f>'Chart Data'!$A$2:$A$5</c:f>
              <c:strCache>
                <c:ptCount val="4"/>
                <c:pt idx="0">
                  <c:v>4 V / 1</c:v>
                </c:pt>
                <c:pt idx="1">
                  <c:v>4 V / 2</c:v>
                </c:pt>
                <c:pt idx="2">
                  <c:v>8 V / 1</c:v>
                </c:pt>
                <c:pt idx="3">
                  <c:v>8 V / 2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406.637669</c:v>
                </c:pt>
                <c:pt idx="1">
                  <c:v>398.416836</c:v>
                </c:pt>
                <c:pt idx="2">
                  <c:v>381.095371</c:v>
                </c:pt>
                <c:pt idx="3">
                  <c:v>354.183106</c:v>
                </c:pt>
              </c:numCache>
            </c:numRef>
          </c:val>
        </c:ser>
        <c:ser>
          <c:idx val="1"/>
          <c:order val="1"/>
          <c:tx>
            <c:v>R11</c:v>
          </c:tx>
          <c:spPr>
            <a:solidFill xmlns:a="http://schemas.openxmlformats.org/drawingml/2006/main">
              <a:srgbClr val="3357B8"/>
            </a:solidFill>
          </c:spPr>
          <c:cat>
            <c:strRef>
              <c:f>'Chart Data'!$C$2:$C$5</c:f>
              <c:strCache>
                <c:ptCount val="4"/>
                <c:pt idx="0">
                  <c:v>4 V / 1</c:v>
                </c:pt>
                <c:pt idx="1">
                  <c:v>4 V / 2</c:v>
                </c:pt>
                <c:pt idx="2">
                  <c:v>8 V / 1</c:v>
                </c:pt>
                <c:pt idx="3">
                  <c:v>8 V / 2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358.302689</c:v>
                </c:pt>
                <c:pt idx="1">
                  <c:v>365.419448</c:v>
                </c:pt>
                <c:pt idx="2">
                  <c:v>334.428817</c:v>
                </c:pt>
                <c:pt idx="3">
                  <c:v>330.86537</c:v>
                </c:pt>
              </c:numCache>
            </c:numRef>
          </c:val>
        </c:ser>
        <c:ser>
          <c:idx val="2"/>
          <c:order val="2"/>
          <c:tx>
            <c:v>Sentaurus</c:v>
          </c:tx>
          <c:spPr>
            <a:solidFill xmlns:a="http://schemas.openxmlformats.org/drawingml/2006/main">
              <a:srgbClr val="CC702D"/>
            </a:solidFill>
          </c:spPr>
          <c:cat>
            <c:strRef>
              <c:f>'Chart Data'!$E$2:$E$5</c:f>
              <c:strCache>
                <c:ptCount val="4"/>
                <c:pt idx="0">
                  <c:v>4 V / 1</c:v>
                </c:pt>
                <c:pt idx="1">
                  <c:v>4 V / 2</c:v>
                </c:pt>
                <c:pt idx="2">
                  <c:v>8 V / 1</c:v>
                </c:pt>
                <c:pt idx="3">
                  <c:v>8 V / 2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275.270939</c:v>
                </c:pt>
                <c:pt idx="1">
                  <c:v>245.605101</c:v>
                </c:pt>
                <c:pt idx="2">
                  <c:v>254.163061</c:v>
                </c:pt>
                <c:pt idx="3">
                  <c:v>244.181206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CPU 时间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Vg4</c:v>
          </c:tx>
          <c:spPr>
            <a:solidFill xmlns:a="http://schemas.openxmlformats.org/drawingml/2006/main">
              <a:srgbClr val="3357B8"/>
            </a:solidFill>
          </c:spPr>
          <c:cat>
            <c:strRef>
              <c:f>'Chart Data'!$A$2:$A$6</c:f>
              <c:strCache>
                <c:ptCount val="5"/>
                <c:pt idx="0">
                  <c:v>R7</c:v>
                </c:pt>
                <c:pt idx="1">
                  <c:v>R9</c:v>
                </c:pt>
                <c:pt idx="2">
                  <c:v>R10</c:v>
                </c:pt>
                <c:pt idx="3">
                  <c:v>R11</c:v>
                </c:pt>
                <c:pt idx="4">
                  <c:v>Sentaurus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366</c:v>
                </c:pt>
                <c:pt idx="1">
                  <c:v>344</c:v>
                </c:pt>
                <c:pt idx="2">
                  <c:v>344</c:v>
                </c:pt>
                <c:pt idx="3">
                  <c:v>344</c:v>
                </c:pt>
                <c:pt idx="4">
                  <c:v>215</c:v>
                </c:pt>
              </c:numCache>
            </c:numRef>
          </c:val>
        </c:ser>
        <c:ser>
          <c:idx val="1"/>
          <c:order val="1"/>
          <c:tx>
            <c:v>Vg8</c:v>
          </c:tx>
          <c:spPr>
            <a:solidFill xmlns:a="http://schemas.openxmlformats.org/drawingml/2006/main">
              <a:srgbClr val="CC702D"/>
            </a:solidFill>
          </c:spPr>
          <c:cat>
            <c:strRef>
              <c:f>'Chart Data'!$C$2:$C$6</c:f>
              <c:strCache>
                <c:ptCount val="5"/>
                <c:pt idx="0">
                  <c:v>R7</c:v>
                </c:pt>
                <c:pt idx="1">
                  <c:v>R9</c:v>
                </c:pt>
                <c:pt idx="2">
                  <c:v>R10</c:v>
                </c:pt>
                <c:pt idx="3">
                  <c:v>R11</c:v>
                </c:pt>
                <c:pt idx="4">
                  <c:v>Sentaurus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321</c:v>
                </c:pt>
                <c:pt idx="1">
                  <c:v>302</c:v>
                </c:pt>
                <c:pt idx="2">
                  <c:v>302</c:v>
                </c:pt>
                <c:pt idx="3">
                  <c:v>303</c:v>
                </c:pt>
                <c:pt idx="4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CF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LDMOS 算例对标</a:t>
            </a:r>
          </a:p>
          <a:p xmlns:a="http://schemas.openxmlformats.org/drawingml/2006/main">
            <a:pPr>
              <a:defRPr sz="45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本周工作进展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生效物理模型与关键结果通过工程验收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完整电热曲线、最终等温回归与同环境性能对比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R11 阶段汇报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Vela TCAD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D96D07AC-DB41-4498-ADD0-E168C880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34067"/>
            <a:ext cx="1219200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240BF51-D6C7-4178-A2B1-2142D95DF3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Vg = 4 / 8 V，Vd = 0–40 V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最大电流误差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0.024087% / 0.007144%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76C674D-17D3-4E85-89D2-D840DAE4D0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E2598689-54C9-18A7-3A19-ED76AA08988F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完整电热曲线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R11 比 R10 墙钟减少 6.754%–12.257%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相对原生墙钟 0.752–0.837 倍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相对原生 CPU 1.302–1.488 倍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同环境完整曲线性能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物理与结果通过验收，CPU 效率仍有优化空间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D571E049-0B3A-41BB-B029-94B3FD37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推荐显式 R11，保留 R10 回退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导出器兼容默认仍为 R7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结论限定于冻结网格、模型及程序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资格与当前配置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62 点通过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8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最终等温回归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R11 源码下 G3 / D5 / D4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155 / 155 点通过原门限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202359C0-8A7A-196E-DD58-8E6569619F09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算例背景与实际器件结构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08b159a9b45a2"/>
          <a:stretch xmlns:a="http://schemas.openxmlformats.org/drawingml/2006/main"/>
        </p:blipFill>
        <p:spPr>
          <a:xfrm xmlns:a="http://schemas.openxmlformats.org/drawingml/2006/main">
            <a:off x="1762125" y="1238250"/>
            <a:ext cx="8667750" cy="4333875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B4ACBF9-7E06-4CE0-A8C0-1DB2D523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二维 Si / SiO₂ LDMOS。沿用原始网格、逐节点掺杂与晶向，电流按单位出平面宽度报告。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EFD6AB9A-5F9E-5F59-51AB-3C8734130965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基本参数与扫描范围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333500"/>
          <a:ext xmlns:a="http://schemas.openxmlformats.org/drawingml/2006/main" cx="113919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9058275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本次实际设置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 / 网格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二维硅 LDMOS，10,241 节点，19,782 个三角形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硅与界面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硅区 5,723 节点，10,515 单元，Si/oxide 界面节点 762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坐标与单位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x：−10.32～10 μm，y：0～11 μm，入口转换为 SI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接触 / 晶向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gate、source、drain、substrate、th_lat；X=[100]，Y=[010]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输出特性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Vg=4/8 V，Vd=0–40 V，各 31 个精确参考点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转移特性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G3：Vd=0.1 V，Vg=0–5 V，共 31 点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热环境 / 电流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 300 K，有限热阻边界；电流统一 A/m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22A48EA-6939-4AB3-936A-AA27B81D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掺杂直接读取原始 donor / acceptor 场。31 个输出点不等于只有 31 次内部推进。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EE5B3003-2C54-13C6-9832-7637201064DE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物理模型与分阶段验证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3919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6677025"/>
                <a:gridCol w="3429000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生效物理与目的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本轮证据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IALMob 等温 Id–Vg，检查阈值与跨导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点，既有预偏置种子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IALMob 等温 Id–Vd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双栅压共 62 点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 IALMob 的经典等温 Id–Vd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双栅压共 62 点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Fermi / BGN、SRH / Auger、IALMob、高场饱和</a:t>
                      </a:r>
                    </a:p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有限空穴接触与四方程晶格自热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 R11，冷启动 62 点</a:t>
                      </a:r>
                    </a:p>
                    <a:p>
                      <a:r>
                        <a:rPr sz="1800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两轮同 VM 完整配对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AAD189A-89CD-4E52-BD11-BE81177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原 Solve 未联立量子方程。Thermodynamic / Peltier / RecGenHeat 不属于本次生效配置。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8C630A04-5A25-9E0C-9436-126091DB86B3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仿真参数设置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352550"/>
          <a:ext xmlns:a="http://schemas.openxmlformats.org/drawingml/2006/main" cx="113919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791075"/>
                <a:gridCol w="4791075"/>
              </a:tblGrid>
              <a:tr h="749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Sentaurus D0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Vela R11 D0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初始化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Poisson 上限 100，阻尼 10⁻⁴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再耦合平衡与栅压预偏置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中性 300 K，Poisson / 耦合平衡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V 预偏置经过 4 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漏压步长，V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0.01 / 最小 0.00004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 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0.1 / 最小 0.0001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 1.333333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漏压迭代 / 预测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上限 25，Notdamped=100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Extrapolate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上限 60，growth_newton=12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受保护线性预测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收敛控制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Digits=6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ErrRef(n,p)=10⁸ cm⁻³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分块残差、逐行闭合与守恒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有界更新及残差线搜索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线性后端 / 输出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原生配置与日志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点电流及匹配场输出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UMFPACK，复用符号分析</a:t>
                      </a:r>
                    </a:p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保留全部尝试和检查点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DC62E85-BDFC-4522-A697-133E036C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等温 G3/D5/D4 使用 Windows Release、SparseLU/COLAMD，保持独立推进协议及计时范围。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D3D7D1C8-AE23-AA48-DF65-C742588DBE47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本周工作进展：物理与生产功能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39190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10125"/>
                <a:gridCol w="6581775"/>
              </a:tblGrid>
              <a:tr h="8496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结果与边界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Fermi / BGN 与温度物性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四方程 Jacobian、一致热源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 双栅压完整曲线与 300 K 冻结回放通过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建立电热自洽求解路径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 hRecVelocity、Auger 生成语义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共享等温路径同步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完成接触与局部物性联合复核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共享改动后独立复核 G3/D5/D4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Poisson 边系数与电荷体积对齐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V 导带最大差约 387.6 / 462.1 meV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降至 7.8 / 26.7 meV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生产运行器及联合验收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初始化、扫描、失败恢复、保存 / 加载通过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局部密度采用获批准的 RMS 2% 合同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551653E-E9B7-4C56-ACD8-E8F11801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固定状态算子诊断与自洽曲线验收分别执行，新模型重新取得完整曲线资格。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BA58DA2A-B818-18A9-29C1-B697728D5BCE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本周工作进展：数值与性能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39190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10125"/>
                <a:gridCol w="6581775"/>
              </a:tblGrid>
              <a:tr h="8496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结果与当前决策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外推、切线、NGMRES、局部投影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自然阻尼、Jacobian 刷新、伪瞬态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未取得稳定整体收益，未晋级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保留失败证据和原终态门限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有限接触近稳态一致性修复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 R9，漏压更新 366 / 321 降至 344 / 302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减少高压逐行闭合长尾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gprof、跨点准备与高场复用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高场显式偏导与低场符号生成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R10 / R11 完成两轮双栅压性能配对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仅显式高场纳入 R11，生成低场保持关闭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496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最终源码等温长曲线回归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G3/D5/D4 155 点通过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四条 Id–Vd 无失败回退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CB94A3A-648C-444B-BA56-93D93A5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符号分析已复用。后续关注主体 Newton、装配次数和数值分解，避免重复认领已有收益。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388657AE-30A1-5A7A-6A7F-315D84436430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D0 双栅压完整 Id–Vd 曲线</a:t>
            </a:r>
          </a:p>
        </p:txBody>
      </p:sp>
      <p:graphicFrame>
        <p:nvGraphicFramePr>
          <p:cNvPr id="538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460431918949ab"/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7E9E701-7DA4-49E7-B81A-3FB34B6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非零点最大电流误差：Vg4 为 0.024087%，Vg8 为 0.007144%。高压温升反馈使输出电流下降。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DB7BEEEC-A170-5376-2B6E-CB54687B0CB1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D0 晶格温度与热反馈</a:t>
            </a:r>
          </a:p>
        </p:txBody>
      </p:sp>
      <p:graphicFrame>
        <p:nvGraphicFramePr>
          <p:cNvPr id="538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fd7dea87a94f37"/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A0C26D3-5562-442F-950F-FA490404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40 V 原生峰值温度约 401.112 K / 513.569 K。全曲线峰值温升最大误差 0.009401 K / 0.041982 K。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30394428-F1DC-E5F6-DB0C-7DE31F3D8A23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40 V 温度场与空间误差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82d9ac30f4c8d"/>
          <a:stretch xmlns:a="http://schemas.openxmlformats.org/drawingml/2006/main"/>
        </p:blipFill>
        <p:spPr>
          <a:xfrm xmlns:a="http://schemas.openxmlformats.org/drawingml/2006/main">
            <a:off x="400050" y="1305385"/>
            <a:ext cx="11391900" cy="439963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A88B157-3475-4199-B103-65C96A1A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全曲线体积加权温度 RMS 最大误差为 0.006308 K / 0.010847 K，热平衡远小于 0.1% 门限。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4DB16885-0D3F-A391-B669-3211DB3B26E8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局部密度与带边差异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76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1ad247fa45419d"/>
          </a:graphicData>
        </a:graphic>
      </p:graphicFrame>
      <p:graphicFrame>
        <p:nvGraphicFramePr>
          <p:cNvPr id="540" name="Chart"/>
          <p:cNvGraphicFramePr/>
          <p:nvPr/>
        </p:nvGraphicFramePr>
        <p:xfrm>
          <a:off xmlns:a="http://schemas.openxmlformats.org/drawingml/2006/main" x="6276975" y="1381125"/>
          <a:ext xmlns:a="http://schemas.openxmlformats.org/drawingml/2006/main" cx="5476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57d21d0854724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1ABE602-D4EB-4B84-AA96-16137F4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最大密度 RMS 0.50851% / 1.28486%，带边差 7.803 / 26.653 meV。门限为 2% / 30 meV，仍有局部余差。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2DD23107-4986-8758-3A93-3D74F35908CC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D5 等温双栅压 Id–Vd 曲线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04ad993edb4414"/>
          </a:graphicData>
        </a:graphic>
      </p:graphicFrame>
      <p:graphicFrame>
        <p:nvGraphicFramePr>
          <p:cNvPr id="540" name="Chart"/>
          <p:cNvGraphicFramePr/>
          <p:nvPr/>
        </p:nvGraphicFramePr>
        <p:xfrm>
          <a:off xmlns:a="http://schemas.openxmlformats.org/drawingml/2006/main" x="6276975" y="1381125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eb34e39b3a4d40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5D9731E-57A8-437E-A53D-0E0C6220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无 IALMob 控制。最大电流误差 1.5924% / 1.6251%，两条曲线共 62 点通过。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327921A4-25C4-3DB4-06B1-32693CEE2241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D4 等温双栅压 Id–Vd 曲线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a096d9f69e462c"/>
          </a:graphicData>
        </a:graphic>
      </p:graphicFrame>
      <p:graphicFrame>
        <p:nvGraphicFramePr>
          <p:cNvPr id="540" name="Chart"/>
          <p:cNvGraphicFramePr/>
          <p:nvPr/>
        </p:nvGraphicFramePr>
        <p:xfrm>
          <a:off xmlns:a="http://schemas.openxmlformats.org/drawingml/2006/main" x="6276975" y="1381125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9db0ba88da4209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37EDB7D-F21C-43B6-852E-720961A6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含 IALMob 的经典等温控制。最大电流误差 1.8918% / 1.8015%，共 62 点通过。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EA83FA91-883A-0168-8075-96CEB9DCA3C2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G3 转移特性与阈值、跨导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76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1dcd1edc7f4d92"/>
          </a:graphicData>
        </a:graphic>
      </p:graphicFrame>
      <p:graphicFrame>
        <p:nvGraphicFramePr>
          <p:cNvPr id="540" name="Chart"/>
          <p:cNvGraphicFramePr/>
          <p:nvPr/>
        </p:nvGraphicFramePr>
        <p:xfrm>
          <a:off xmlns:a="http://schemas.openxmlformats.org/drawingml/2006/main" x="6276975" y="1381125"/>
          <a:ext xmlns:a="http://schemas.openxmlformats.org/drawingml/2006/main" cx="5476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e50e7fe2e34596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4772751-E2C8-4DE4-8E53-FCB1249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31 点通过。阈值差 10.752 mV，最大 gm 误差 1.6101%，对数误差 P95 为 0.09967 dex。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DC9C7607-4BA3-B4DC-A00F-2E67A9FCFF7E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关键结果与工程验收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371600"/>
          <a:ext xmlns:a="http://schemas.openxmlformats.org/drawingml/2006/main" cx="113919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2190750"/>
                <a:gridCol w="3581400"/>
              </a:tblGrid>
              <a:tr h="6259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Vg = 4 V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Vg = 8 V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验收口径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 最大电流误差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0.024087%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0.007144%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原电学合同通过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密度最差分组 RMS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0.508509%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1.284860%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最大带边绝对差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7.803 meV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26.653 meV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 meV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峰值温升最大误差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0.009401 K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0.041982 K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≤max(1 K, 参考温升×5%)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温度场最大 RMS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0.006308 K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0.010847 K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≤max(1 K, 温升场 RMS×5%)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热平衡最大相对误差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1.17×10⁻¹⁴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1.00×10⁻¹⁴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≤0.1%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1294B3D-13CF-48D9-B677-0540E0B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密度门限由 1% 调为 2% 已获批准。RMS 通过不代表每个节点误差均小于 2%。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90F7333B-44AC-F7E9-D49D-FE92F45E0477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完整曲线同 VM 重复性能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54768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3133d0b54a4278"/>
          </a:graphicData>
        </a:graphic>
      </p:graphicFrame>
      <p:graphicFrame>
        <p:nvGraphicFramePr>
          <p:cNvPr id="540" name="Chart"/>
          <p:cNvGraphicFramePr/>
          <p:nvPr/>
        </p:nvGraphicFramePr>
        <p:xfrm>
          <a:off xmlns:a="http://schemas.openxmlformats.org/drawingml/2006/main" x="6276975" y="1428750"/>
          <a:ext xmlns:a="http://schemas.openxmlformats.org/drawingml/2006/main" cx="54768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4004eed1af4d2d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F63C79F-D914-456A-BFBA-65F8FD61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R11 对 R10 墙钟减少 6.754%–12.257%。墙钟含原生启动等待，CPU 仍为原生 1.302–1.488 倍。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B1C6C81E-38B9-7560-621D-5A151A79DF9B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Newton 更新与单次求解成本</a:t>
            </a:r>
          </a:p>
        </p:txBody>
      </p:sp>
      <p:graphicFrame>
        <p:nvGraphicFramePr>
          <p:cNvPr id="542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429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b64d99e6a44bed"/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AAA7CAD-FB4B-4941-8E16-0497BCE1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接触一致性修复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414BF01-B7BF-4A68-A7FC-03BD8DCD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381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R9 相比 R7 更新减少</a:t>
            </a:r>
          </a:p>
          <a:p xmlns:a="http://schemas.openxmlformats.org/drawingml/2006/main">
            <a:pPr>
              <a:defRPr sz="20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6.01% / 5.92%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5CF3B47-543A-456F-94E2-5138B45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R10 / R11 的主要收益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0B6070F-6CA0-4098-BA5E-B666E96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3381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减少几何准备与装配成本</a:t>
            </a:r>
          </a:p>
          <a:p xmlns:a="http://schemas.openxmlformats.org/drawingml/2006/main">
            <a:pPr>
              <a:def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更新数仍约为原生</a:t>
            </a:r>
          </a:p>
          <a:p xmlns:a="http://schemas.openxmlformats.org/drawingml/2006/main">
            <a:pPr>
              <a:def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1.60 / 1.52 倍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C4EED98-B06F-4386-AAD1-314C097F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漏压口径，排除栅压预偏置。R11 的 Vg8 在 40 V 多 1 次 floor 更新，两轮均计入。</a:t>
            </a:r>
          </a:p>
        </p:txBody>
      </p:sp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CCF91274-D221-1BB4-3BF9-836E3AD31EBE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完成范围与后续任务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3919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48650"/>
              </a:tblGrid>
              <a:tr h="8229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优先任务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具体工作及判断依据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等温 UMFPACK 对照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 已使用 UMFPACK。等温入口需接入并验证结构复用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依次做真实矩阵、代表点、前 8 点和完整曲线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主体 Newton 与装配次数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围绕固定慢收敛样本检查接受规则、状态表示和重复残差装配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保留失败、恢复及全部候选的成本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低场生成内核与局部余差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分析真实分布下的调用、分支和缓存命中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继续隔离界面输运及 Fermi / BGN 耦合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适用范围与工程质量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834/834 CTest、长曲线、恢复与来源记录已有证据</a:t>
                      </a:r>
                    </a:p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其他网格、晶向及偏压范围仍需独立验证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39D790A-1D6D-487A-89BA-E371B5FF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当前资格覆盖原脚本生效范围。后续目标是降低 CPU 和迭代成本，并扩大跨算例适用性。</a:t>
            </a:r>
          </a:p>
        </p:txBody>
      </p:sp>
    </p:spTree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844E025A-983C-6D44-79C6-4612AACD43FC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技术附录：四方程电热模型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EAE2531-FCD5-45A9-B1A1-3C35989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未知量 u = (ψ, φn, φp, T)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8CA1336-4ACB-4F04-A54F-DE0988C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−∇·(ε∇ψ) = q(p − n + ND⁺ − NA⁻) + ρf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EB828FA-1D7B-4253-AC07-BC6DC5A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1391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∇·Jn = qR                         ∇·Jp = −qR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AED6653-FE21-4B64-A85C-664FAD7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−∇·[κ(T)∇T] = H                 qT = −κ∇T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DB8ED44-196A-4B15-8D77-2DE13D1E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边电流与热源共用离散路径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504F8D9-F6B1-45D0-8D5A-B971059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Pe = In,e Δ(Ec/q) + Ip,e Δ(Ev/q)，两端各沉积 Pe / 2，保留负功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0E7353C-0B9F-4842-8770-42EFFCEE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Jacobian 保留电学与温度交叉项。原 D0 未额外启用 Peltier / RecGenHeat。</a:t>
            </a:r>
          </a:p>
        </p:txBody>
      </p:sp>
    </p:spTree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F6DF2BE2-2DFA-1C03-677D-BDC2260D6D92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技术附录：Fermi 统计与 BGN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5FE4215-DEA5-4E5F-B57D-00880022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n = Nc(T) F(1/2)[(EFn − Ec)/(kBT)]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76F1DEC-45E4-4B86-AD37-7397CFB3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p = Nv(T) F(1/2)[(Ev − EFp)/(kBT)]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4F4D5A6-6F4C-412A-93F8-C3836083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dF(1/2)/dη = F(−1/2)(η)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6680C01-2BF1-4FC6-A9EE-7731F610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ΔEg,OS = Eref { ln(N/Nref) + √[ln²(N/Nref) + 1/2] }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116839B-9573-4B44-90C8-B146E09E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函数、导数和逆函数一起验证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E6536EF-EB11-4254-B88D-26C21F12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完整 BGN 包含 Fermi 修正，按原生语义固定在 300 K 计算。</a:t>
            </a:r>
          </a:p>
          <a:p xmlns:a="http://schemas.openxmlformats.org/drawingml/2006/main">
            <a:pPr>
              <a:defRPr sz="18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局部温度仍进入 Eg、Nc、Nv、密度及其温度偏导。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FF1CA3E-DEEF-413F-B997-0B41AB90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记号 F(±1/2) 表示阶次为 ±1/2 的归一化 Fermi 积分。</a:t>
            </a:r>
          </a:p>
        </p:txBody>
      </p:sp>
    </p:spTree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0BB18BA8-60F4-C50D-CD9B-1BB87D3E8506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技术附录：复合与生成语义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F74DC3F-5D7D-4D42-8C51-4EBD4003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P = np − γn γp (ni,eff)²，γ = F(1/2)(η) exp(−η)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B15CA30-CE4B-4102-A84A-6E942E8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RSRH = P / [ τp(n + γn ni,eff) + τn(p + γp ni,eff) ]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865BBF3-1868-4B74-8E92-D40E2F4D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RAuger = [Cn(n,T)n + Cp(p,T)p] max(P, 0)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CA2C06B-1C51-4E7A-A92F-D6B8B29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Cn = (an + bn t + cn t²)[1 + Hn exp(−n/N0n)]，t = T/300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9596D38-FAE7-4DCB-B838-E7680C6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普通 Auger 未启用 WithGeneration，SRH 的生成行为仍保留。</a:t>
            </a:r>
          </a:p>
          <a:p xmlns:a="http://schemas.openxmlformats.org/drawingml/2006/main">
            <a:pPr>
              <a:defRPr sz="195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近平衡使用稳定表达，避免直接相减丢失有效位。</a:t>
            </a:r>
          </a:p>
        </p:txBody>
      </p:sp>
    </p:spTree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A4E99CEF-AF55-BA3C-ADF8-4E52E186DD8F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技术附录：高场迁移率与显式偏导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0C63A7C-E7C1-4549-823B-F89124B4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μ = μ0 / [1 + (μ0E/vsat)ᵝ]^(1/β)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BDB607E-2C01-4517-9576-F0BFDDDF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x = μ0E/vsat，s = xᵝ，d = (1+s)^(1/β)，r = s/(1+s)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C217EA5-DB90-45CF-AC2C-0942808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∂μ/∂μ0 = 1/[d(1+s)]             ∂μ/∂E = −μr/E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903AF31-EF46-4DF7-A6EA-90FABF61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∂lnμ/∂T = β′[ln(1+s) − r ln s]/β² + r vsat′/vsat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7B29295-CCC6-4F8C-8D9B-42FAE20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完整温度链式：dμ/dT = (∂μ/∂μ0)μ0′ + (∂μ/∂E)E′ + ∂μ/∂T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B6AFB6D-8011-43FC-8225-F2FA6CCC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上式场偏导适用 E&gt;0，零场采用原分支 / 极限。R11 开启显式高场，低场符号生成保持关闭。</a:t>
            </a:r>
          </a:p>
        </p:txBody>
      </p:sp>
    </p:spTree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4A59AF09-D197-0193-A7DE-FAAF0B691058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技术附录：有限接触与热边界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08DD3C4-7C44-442E-8334-B0E81461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有限空穴接触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73F6C24-BB8C-40B8-BA29-08D19FDC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Jp,⊥ = q vp (p − p0)          Ip,i = q vp Li (pi − p0,i)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DCA3BBC-6154-4012-B7A0-FE66808F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114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vp = 1.93×10⁴ m/s 为常数，但 p0(T) 和中性接触电势随温度变化。</a:t>
            </a:r>
          </a:p>
          <a:p xmlns:a="http://schemas.openxmlformats.org/drawingml/2006/main">
            <a:pPr>
              <a:def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接触温度导数进入 Jacobian，不能跨温度复用旧根。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9D974EE-4624-429B-9FCC-A0E2B0B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有限热阻 Robin 边界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6326DCA-2DA7-42B3-99F1-4A63FABA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qT·n = h(T − 300 K)          h = 2×10⁶ W/(m²·K)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0D5B65E-AFF9-4C2E-A413-FFEA8A7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Rs = 0.005 cm²·K/W = 5×10⁻⁷ m²·K/W</a:t>
            </a:r>
          </a:p>
        </p:txBody>
      </p:sp>
    </p:spTree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F3AE1AE4-D79E-94D6-E825-3FC6C21A77D2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技术附录：生产电热求解流程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69F8018-0004-4917-8C94-E7E080E6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核验输入 / 几何准备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441D9C6-7ECE-480C-AA93-475DBEAA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300 K 初始化与栅压预偏置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B873C6D-8BD9-4720-9CD9-28652FA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48075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零漏压闭合 / 精确目标截短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D5D470D-E1B4-41A1-B0D5-1DA4C5B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合格历史预测与当前边界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27CE897-AF7D-4095-832A-F9374FA6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815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残差 / Jacobian / 缩放 / LU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5A24336-58A8-4D28-B4FA-19D59C9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有界更新、线搜索、重表示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FC2E789-31DC-4193-B489-5E642459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146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检查原终态门限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A8D0D03-A0CF-4273-B039-D369845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保存状态 / 更新历史与步长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02F67B2-C3C1-479A-9F8D-6380A38F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失败：回退状态并减步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DC576CC-9C0B-45B9-A29E-AD0D430D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8112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357B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到达 40 V：联合验收</a:t>
            </a:r>
          </a:p>
        </p:txBody>
      </p:sp>
      <p:cxnSp>
        <p:nvCxnSpPr>
          <p:cNvPr id="568" name=""/>
          <p:cNvCxnSpPr>
            <a:stCxn xmlns:a="http://schemas.openxmlformats.org/drawingml/2006/main" id="534" idx="2"/>
            <a:endCxn xmlns:a="http://schemas.openxmlformats.org/drawingml/2006/main" id="535" idx="0"/>
          </p:cNvCxnSpPr>
          <p:nvPr/>
        </p:nvCxnSpPr>
        <p:spPr>
          <a:xfrm xmlns:a="http://schemas.openxmlformats.org/drawingml/2006/main">
            <a:off x="1971675" y="204787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69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>
            <a:off x="1971675" y="318135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0" name=""/>
          <p:cNvCxnSpPr>
            <a:stCxn xmlns:a="http://schemas.openxmlformats.org/drawingml/2006/main" id="536" idx="2"/>
            <a:endCxn xmlns:a="http://schemas.openxmlformats.org/drawingml/2006/main" id="537" idx="0"/>
          </p:cNvCxnSpPr>
          <p:nvPr/>
        </p:nvCxnSpPr>
        <p:spPr>
          <a:xfrm xmlns:a="http://schemas.openxmlformats.org/drawingml/2006/main">
            <a:off x="1971675" y="43148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1" name=""/>
          <p:cNvCxnSpPr>
            <a:stCxn xmlns:a="http://schemas.openxmlformats.org/drawingml/2006/main" id="537" idx="3"/>
            <a:endCxn xmlns:a="http://schemas.openxmlformats.org/drawingml/2006/main" id="538" idx="1"/>
          </p:cNvCxnSpPr>
          <p:nvPr/>
        </p:nvCxnSpPr>
        <p:spPr>
          <a:xfrm xmlns:a="http://schemas.openxmlformats.org/drawingml/2006/main">
            <a:off x="3543300" y="51149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2" name=""/>
          <p:cNvCxnSpPr>
            <a:stCxn xmlns:a="http://schemas.openxmlformats.org/drawingml/2006/main" id="538" idx="0"/>
            <a:endCxn xmlns:a="http://schemas.openxmlformats.org/drawingml/2006/main" id="539" idx="2"/>
          </p:cNvCxnSpPr>
          <p:nvPr/>
        </p:nvCxnSpPr>
        <p:spPr>
          <a:xfrm xmlns:a="http://schemas.openxmlformats.org/drawingml/2006/main" flipV="1">
            <a:off x="6038850" y="43148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3" name=""/>
          <p:cNvCxnSpPr>
            <a:stCxn xmlns:a="http://schemas.openxmlformats.org/drawingml/2006/main" id="539" idx="0"/>
            <a:endCxn xmlns:a="http://schemas.openxmlformats.org/drawingml/2006/main" id="540" idx="2"/>
          </p:cNvCxnSpPr>
          <p:nvPr/>
        </p:nvCxnSpPr>
        <p:spPr>
          <a:xfrm xmlns:a="http://schemas.openxmlformats.org/drawingml/2006/main" flipV="1">
            <a:off x="6038850" y="318135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4" name=""/>
          <p:cNvCxnSpPr>
            <a:stCxn xmlns:a="http://schemas.openxmlformats.org/drawingml/2006/main" id="540" idx="3"/>
            <a:endCxn xmlns:a="http://schemas.openxmlformats.org/drawingml/2006/main" id="541" idx="1"/>
          </p:cNvCxnSpPr>
          <p:nvPr/>
        </p:nvCxnSpPr>
        <p:spPr>
          <a:xfrm xmlns:a="http://schemas.openxmlformats.org/drawingml/2006/main">
            <a:off x="7610475" y="284797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5" name=""/>
          <p:cNvCxnSpPr>
            <a:stCxn xmlns:a="http://schemas.openxmlformats.org/drawingml/2006/main" id="541" idx="0"/>
            <a:endCxn xmlns:a="http://schemas.openxmlformats.org/drawingml/2006/main" id="543" idx="2"/>
          </p:cNvCxnSpPr>
          <p:nvPr/>
        </p:nvCxnSpPr>
        <p:spPr>
          <a:xfrm xmlns:a="http://schemas.openxmlformats.org/drawingml/2006/main" flipV="1">
            <a:off x="10096500" y="204787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cxnSp>
        <p:nvCxnSpPr>
          <p:cNvPr id="576" name=""/>
          <p:cNvCxnSpPr>
            <a:stCxn xmlns:a="http://schemas.openxmlformats.org/drawingml/2006/main" id="538" idx="3"/>
            <a:endCxn xmlns:a="http://schemas.openxmlformats.org/drawingml/2006/main" id="542" idx="1"/>
          </p:cNvCxnSpPr>
          <p:nvPr/>
        </p:nvCxnSpPr>
        <p:spPr>
          <a:xfrm xmlns:a="http://schemas.openxmlformats.org/drawingml/2006/main">
            <a:off x="7610475" y="51149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7B8"/>
            </a:solidFill>
            <a:tailEnd type="triangle" w="sm" len="sm"/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2559655-29D6-4E49-9138-0EDE4277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24F682F-E8C6-420D-B278-D7F96F6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006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135E270-B57F-4BDE-86D3-046C3875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未收敛但仍可迭代时返回装配。成功未到终点或失败减步后，返回目标选择。所有尝试均计入成本。</a:t>
            </a:r>
          </a:p>
        </p:txBody>
      </p:sp>
    </p:spTree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5AB55966-FA28-BC73-EA9E-53DF014DF033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技术附录：Newton 求解伪代码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38F5E39-8EB8-4332-B1CE-CF3DE1FB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7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context = prepare_immutable_geometry_and_inputs()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state = initialize_neutral_300K_and_gate_prebias()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require original_zero_bias_gates(state)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for each exact drain target: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trial = guarded_predict(state, truncated_step)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for k in Newton_budget: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F, J, physics = assemble(trial, context)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if original_gates_pass(F, physics): accept; break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if contact_repair_eligible: repair_and_recheck()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reuse_symbolic_analysis_if_pattern_matches(J)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direction = sparse_LU_solve(scaled_J, -scaled_F)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candidate = bounded_residual_line_search(direction)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if failed_or_stagnated: mark_failed; break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    trial = recenter_preserving_small_QF(candidate)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record_ALL_work_and_cost()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if accepted: save_state_and_update_history()</a:t>
            </a:r>
          </a:p>
          <a:p xmlns:a="http://schemas.openxmlformats.org/drawingml/2006/main">
            <a:pPr>
              <a:def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    else: restore_state_and_reduce_step()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BA3A8E9-790A-45E1-BCFE-9F3A4E93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概念级伪代码。接触修复有独立保护条件，终态门限保持不变。</a:t>
            </a:r>
          </a:p>
        </p:txBody>
      </p:sp>
    </p:spTree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02F15020-66A7-620A-7B7A-C05C4312DEAE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技术附录：数值闭合与物性参数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352550"/>
          <a:ext xmlns:a="http://schemas.openxmlformats.org/drawingml/2006/main" cx="113919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8296275"/>
              </a:tblGrid>
              <a:tr h="5643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当前设置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分块残差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Poisson ≤5×10⁻⁸，电子 ≤10⁻¹¹，空穴 ≤3×10⁻¹⁰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逐行闭合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eps_row=10⁻⁸，保留原行尺度和小量处理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硅 / 氧化层 εr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11.7 / 3.9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Eg(300) / χ(300)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1.12416 eV / 4.0727 eV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BGN 参数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Eref=0.009 eV，Nref=10¹⁷ cm⁻³，带边分配 0.5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硅热导 κ(T)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/ [−0.0393 + 0.00155T + 1.82×10⁻⁶T²] W/(m·K)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SiO₂ 热导 / 热平衡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 W/(m·K)，全域稳态热平衡相对误差 ≤0.1%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C906C08-EE68-47A9-BEAF-AC7EC8B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缩放残差门限不能解读为电压或相对电流误差。函数、导数、完整装配和曲线分别验证。</a:t>
            </a:r>
          </a:p>
        </p:txBody>
      </p:sp>
    </p:spTree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fld id="{68AD4375-9F50-F53A-6F9F-DD8473067C05}" type="slidenum">
              <a:rPr sz="1125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技术附录：配对计时数据与证据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371600"/>
          <a:ext xmlns:a="http://schemas.openxmlformats.org/drawingml/2006/main" cx="113919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2238375"/>
                <a:gridCol w="2238375"/>
                <a:gridCol w="2238375"/>
                <a:gridCol w="2238375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栅压 / 轮次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R10 墙钟 s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R11 墙钟 s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原生墙钟 s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57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R11/原生 CPU</a:t>
                      </a:r>
                    </a:p>
                  </a:txBody>
                  <a:tcPr marL="114300" marR="114300" marT="95250" marB="76200" anchor="ctr">
                    <a:solidFill>
                      <a:srgbClr val="EAF0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V / 1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406.756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358.392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467.024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1.3016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V / 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398.582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365.654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436.622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1.4878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V / 1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381.250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334.520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444.756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1.3158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V / 2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354.997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331.019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434.891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1.3550</a:t>
                      </a:r>
                    </a:p>
                  </a:txBody>
                  <a:tcPr marL="114300" marR="114300" marT="9525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3C2C2C6-47A3-4C3D-8AB3-B30D557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57B8"/>
                </a:solidFill>
                <a:latin typeface="Microsoft YaHei"/>
                <a:ea typeface="Microsoft YaHei"/>
                <a:cs typeface="Microsoft YaHei"/>
              </a:rPr>
              <a:t>详细材料与数据来源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E894699-6CA5-4610-B39D-430C0F7C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14925"/>
            <a:ext cx="1123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report.md：完整模型、参数、验收合同及证据索引</a:t>
            </a:r>
          </a:p>
          <a:p xmlns:a="http://schemas.openxmlformats.org/drawingml/2006/main">
            <a:pPr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data/：精确曲线、局部指标与配对计时</a:t>
            </a:r>
          </a:p>
          <a:p xmlns:a="http://schemas.openxmlformats.org/drawingml/2006/main">
            <a:pPr>
              <a:def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E"/>
                </a:solidFill>
                <a:latin typeface="Microsoft YaHei"/>
                <a:ea typeface="Microsoft YaHei"/>
                <a:cs typeface="Microsoft YaHei"/>
              </a:rPr>
              <a:t>S1：R11 完整重复联合验收    S2：R11 等温完整曲线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6C475C4-0607-4625-A7DB-34DBF30C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377"/>
                </a:solidFill>
                <a:latin typeface="Microsoft YaHei"/>
                <a:ea typeface="Microsoft YaHei"/>
                <a:cs typeface="Microsoft YaHei"/>
              </a:rPr>
              <a:t>同 VM 串行、同初始化与输出范围。两轮重复不能替代统计置信区间，也不等同跨平台性能。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2026-09-17T14:53:23.9380000Z</dcterms:created>
  <dcterms:modified xsi:type="dcterms:W3CDTF">2026-09-17T14:53:23.9380000Z</dcterms:modified>
</coreProperties>
</file>